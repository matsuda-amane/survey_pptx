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</p:sldMasterIdLst>
  <p:notesMasterIdLst>
    <p:notesMasterId r:id="rId8"/>
  </p:notesMasterIdLst>
  <p:sldIdLst>
    <p:sldId id="2134805282" r:id="rId2"/>
    <p:sldId id="347" r:id="rId3"/>
    <p:sldId id="2134805280" r:id="rId4"/>
    <p:sldId id="2134805279" r:id="rId5"/>
    <p:sldId id="2134805273" r:id="rId6"/>
    <p:sldId id="213480528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048"/>
    <a:srgbClr val="A6A6A6"/>
    <a:srgbClr val="D80B16"/>
    <a:srgbClr val="009143"/>
    <a:srgbClr val="0068B7"/>
    <a:srgbClr val="D70513"/>
    <a:srgbClr val="15608C"/>
    <a:srgbClr val="B41D28"/>
    <a:srgbClr val="4D83B3"/>
    <a:srgbClr val="4E8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9"/>
    <p:restoredTop sz="96271"/>
  </p:normalViewPr>
  <p:slideViewPr>
    <p:cSldViewPr snapToGrid="0" showGuides="1">
      <p:cViewPr varScale="1">
        <p:scale>
          <a:sx n="150" d="100"/>
          <a:sy n="150" d="100"/>
        </p:scale>
        <p:origin x="20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229F-094B-A0E5-9D8A8D10AD5B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229F-094B-A0E5-9D8A8D10AD5B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229F-094B-A0E5-9D8A8D10AD5B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229F-094B-A0E5-9D8A8D10AD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会場受講</c:v>
                </c:pt>
                <c:pt idx="1">
                  <c:v>WEB受講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29F-094B-A0E5-9D8A8D10AD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81FD-E342-906D-90DFC4757330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81FD-E342-906D-90DFC4757330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81FD-E342-906D-90DFC47573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会場受講</c:v>
                </c:pt>
                <c:pt idx="1">
                  <c:v>WEB受講</c:v>
                </c:pt>
                <c:pt idx="2">
                  <c:v>会場→WEBへ変更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105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FD-E342-906D-90DFC47573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latin typeface="+mn-ea"/>
              <a:ea typeface="+mn-ea"/>
            </a:defRPr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00-D840-98F7-D4FB4E2E3457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00-D840-98F7-D4FB4E2E34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00-D840-98F7-D4FB4E2E34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00-D840-98F7-D4FB4E2E34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回答</c:v>
                </c:pt>
                <c:pt idx="1">
                  <c:v>未回答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00-D840-98F7-D4FB4E2E34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1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800">
          <a:latin typeface="+mn-ea"/>
          <a:ea typeface="+mn-ea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33D8-4444-A029-20C72EB97E7A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33D8-4444-A029-20C72EB97E7A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33D8-4444-A029-20C72EB97E7A}"/>
              </c:ext>
            </c:extLst>
          </c:dPt>
          <c:dPt>
            <c:idx val="3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33D8-4444-A029-20C72EB97E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大変参考になった</c:v>
                </c:pt>
                <c:pt idx="1">
                  <c:v>参考になった</c:v>
                </c:pt>
                <c:pt idx="2">
                  <c:v>どちらでもない</c:v>
                </c:pt>
                <c:pt idx="3">
                  <c:v>参考にならなかった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39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D8-4444-A029-20C72EB97E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69AA-EE47-B2C9-7B0666B2A1FF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3-69AA-EE47-B2C9-7B0666B2A1FF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5-69AA-EE47-B2C9-7B0666B2A1FF}"/>
              </c:ext>
            </c:extLst>
          </c:dPt>
          <c:dPt>
            <c:idx val="3"/>
            <c:invertIfNegative val="0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7-69AA-EE47-B2C9-7B0666B2A1F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大変参考になった</c:v>
                </c:pt>
                <c:pt idx="1">
                  <c:v>参考になった</c:v>
                </c:pt>
                <c:pt idx="2">
                  <c:v>どちらでもない</c:v>
                </c:pt>
                <c:pt idx="3">
                  <c:v>参考にならなかった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39</c:v>
                </c:pt>
                <c:pt idx="2">
                  <c:v>13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AA-EE47-B2C9-7B0666B2A1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58291840"/>
        <c:axId val="958289152"/>
      </c:barChart>
      <c:valAx>
        <c:axId val="95828915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+mn-ea"/>
                <a:ea typeface="+mn-ea"/>
              </a:defRPr>
            </a:pPr>
            <a:endParaRPr lang="ja-JP"/>
          </a:p>
        </c:txPr>
        <c:crossAx val="958291840"/>
        <c:crosses val="autoZero"/>
        <c:crossBetween val="between"/>
      </c:valAx>
      <c:catAx>
        <c:axId val="9582918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58289152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txPr>
        <a:bodyPr/>
        <a:lstStyle/>
        <a:p>
          <a:pPr>
            <a:defRPr sz="1000"/>
          </a:pPr>
          <a:endParaRPr lang="ja-JP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32329-BECD-6C48-8B0C-6E7C6DB9409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9E5E3-2807-0548-A9A8-CFCB9E1339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50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1D28AD-2327-C05C-D3E8-69059F59BE49}"/>
              </a:ext>
            </a:extLst>
          </p:cNvPr>
          <p:cNvSpPr txBox="1"/>
          <p:nvPr userDrawn="1"/>
        </p:nvSpPr>
        <p:spPr>
          <a:xfrm>
            <a:off x="5516117" y="5142990"/>
            <a:ext cx="4116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発行：</a:t>
            </a:r>
            <a:endParaRPr kumimoji="1"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BBFB4A-606F-DFAA-0599-19E97073E560}"/>
              </a:ext>
            </a:extLst>
          </p:cNvPr>
          <p:cNvSpPr txBox="1"/>
          <p:nvPr userDrawn="1"/>
        </p:nvSpPr>
        <p:spPr>
          <a:xfrm>
            <a:off x="5516117" y="5450767"/>
            <a:ext cx="4116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ja-JP" altLang="en-US" sz="2000" b="1">
                <a:solidFill>
                  <a:srgbClr val="17205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株式会社自動車新聞社</a:t>
            </a:r>
            <a:r>
              <a:rPr kumimoji="1" lang="en-US" altLang="ja-JP" sz="2000" b="1" dirty="0">
                <a:solidFill>
                  <a:srgbClr val="17205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(LIGARE)</a:t>
            </a:r>
          </a:p>
        </p:txBody>
      </p:sp>
      <p:pic>
        <p:nvPicPr>
          <p:cNvPr id="7" name="Google Shape;14;p32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70819D48-12FB-2E48-E386-736399341C5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84922" y="514441"/>
            <a:ext cx="2336800" cy="86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E408929-9505-820D-CE3D-E9ED8CB6CE83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35C7A6-B2F8-26D7-E428-9217FD6B9C90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D0E994-688E-B3D5-59CC-A0D8FF93EE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4922" y="2358887"/>
            <a:ext cx="9336156" cy="418051"/>
          </a:xfrm>
        </p:spPr>
        <p:txBody>
          <a:bodyPr anchor="ctr"/>
          <a:lstStyle>
            <a:lvl1pPr>
              <a:buNone/>
              <a:defRPr/>
            </a:lvl1pPr>
          </a:lstStyle>
          <a:p>
            <a:pPr>
              <a:lnSpc>
                <a:spcPct val="100000"/>
              </a:lnSpc>
            </a:pPr>
            <a:r>
              <a:rPr kumimoji="1"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クライアント名</a:t>
            </a:r>
            <a:r>
              <a:rPr kumimoji="1"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kumimoji="1" lang="ja-JP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御中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F7FB9F-4225-2FEB-C978-B4BDCB15C45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284922" y="4171885"/>
            <a:ext cx="9348028" cy="338554"/>
          </a:xfrm>
        </p:spPr>
        <p:txBody>
          <a:bodyPr anchor="ctr">
            <a:noAutofit/>
          </a:bodyPr>
          <a:lstStyle>
            <a:lvl1pPr>
              <a:buNone/>
              <a:defRPr sz="16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ja-JP" altLang="en-US"/>
              <a:t>受講後アンケート</a:t>
            </a:r>
            <a:r>
              <a:rPr lang="en-US" altLang="ja-JP" dirty="0"/>
              <a:t> </a:t>
            </a:r>
            <a:r>
              <a:rPr lang="ja-JP" altLang="en-US"/>
              <a:t>回答結果レポート</a:t>
            </a:r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5FD0A9B-3BBB-943B-5492-E5B9BB74F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163" y="2935357"/>
            <a:ext cx="9337675" cy="1087368"/>
          </a:xfrm>
        </p:spPr>
        <p:txBody>
          <a:bodyPr anchor="ctr"/>
          <a:lstStyle>
            <a:lvl1pPr>
              <a:buNone/>
              <a:defRPr b="1">
                <a:solidFill>
                  <a:srgbClr val="192048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セミナータイトル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- </a:t>
            </a:r>
            <a:r>
              <a:rPr kumimoji="1" lang="ja-JP" altLang="en-US"/>
              <a:t>セミナーサブタイトル</a:t>
            </a:r>
            <a:r>
              <a:rPr kumimoji="1" lang="en-US" altLang="ja-JP" dirty="0"/>
              <a:t> -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159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39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7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サマ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4" y="188914"/>
            <a:ext cx="9344916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A4B918B-F431-8D49-312F-601D3FB5795A}"/>
              </a:ext>
            </a:extLst>
          </p:cNvPr>
          <p:cNvSpPr/>
          <p:nvPr userDrawn="1"/>
        </p:nvSpPr>
        <p:spPr>
          <a:xfrm>
            <a:off x="273051" y="981076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65C7DC-C023-0993-8926-BC70E9898FE6}"/>
              </a:ext>
            </a:extLst>
          </p:cNvPr>
          <p:cNvSpPr/>
          <p:nvPr userDrawn="1"/>
        </p:nvSpPr>
        <p:spPr>
          <a:xfrm>
            <a:off x="351300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A49E17-26E3-58A5-7B3D-8F5AC8A105C4}"/>
              </a:ext>
            </a:extLst>
          </p:cNvPr>
          <p:cNvSpPr/>
          <p:nvPr userDrawn="1"/>
        </p:nvSpPr>
        <p:spPr>
          <a:xfrm>
            <a:off x="675295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5F9735F-B875-1D8C-401E-FCABC3570980}"/>
              </a:ext>
            </a:extLst>
          </p:cNvPr>
          <p:cNvSpPr/>
          <p:nvPr userDrawn="1"/>
        </p:nvSpPr>
        <p:spPr>
          <a:xfrm>
            <a:off x="273050" y="4439182"/>
            <a:ext cx="93599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8B9BBD96-6C58-E61E-2928-6D135D45F20D}"/>
              </a:ext>
            </a:extLst>
          </p:cNvPr>
          <p:cNvSpPr/>
          <p:nvPr userDrawn="1"/>
        </p:nvSpPr>
        <p:spPr>
          <a:xfrm>
            <a:off x="56272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CBF3662-F3C5-3A75-FC0D-7E8139A4EF7F}"/>
              </a:ext>
            </a:extLst>
          </p:cNvPr>
          <p:cNvSpPr/>
          <p:nvPr userDrawn="1"/>
        </p:nvSpPr>
        <p:spPr>
          <a:xfrm>
            <a:off x="351300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FFADEEA9-171D-4538-0DD7-27940D1F285C}"/>
              </a:ext>
            </a:extLst>
          </p:cNvPr>
          <p:cNvSpPr/>
          <p:nvPr userDrawn="1"/>
        </p:nvSpPr>
        <p:spPr>
          <a:xfrm>
            <a:off x="646328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6" name="グラフ プレースホルダー 25">
            <a:extLst>
              <a:ext uri="{FF2B5EF4-FFF2-40B4-BE49-F238E27FC236}">
                <a16:creationId xmlns:a16="http://schemas.microsoft.com/office/drawing/2014/main" id="{7DF3133C-55C3-43C3-FF84-17DC5DEAAFF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73050" y="1389063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7" name="グラフ プレースホルダー 25">
            <a:extLst>
              <a:ext uri="{FF2B5EF4-FFF2-40B4-BE49-F238E27FC236}">
                <a16:creationId xmlns:a16="http://schemas.microsoft.com/office/drawing/2014/main" id="{54F842A6-54BD-C42A-284B-8C35C069CD4A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13000" y="1404122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28" name="グラフ プレースホルダー 25">
            <a:extLst>
              <a:ext uri="{FF2B5EF4-FFF2-40B4-BE49-F238E27FC236}">
                <a16:creationId xmlns:a16="http://schemas.microsoft.com/office/drawing/2014/main" id="{A6381214-7C9A-7B30-D43C-2B47651C109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752950" y="1404122"/>
            <a:ext cx="2880000" cy="289877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BA36CF36-B001-84C9-0FD2-AE03832E58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3088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部署</a:t>
            </a:r>
          </a:p>
        </p:txBody>
      </p:sp>
      <p:sp>
        <p:nvSpPr>
          <p:cNvPr id="31" name="テキスト プレースホルダー 29">
            <a:extLst>
              <a:ext uri="{FF2B5EF4-FFF2-40B4-BE49-F238E27FC236}">
                <a16:creationId xmlns:a16="http://schemas.microsoft.com/office/drawing/2014/main" id="{3D0FA5B8-1D26-BC44-58F6-86DB84A94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3088" y="5543551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5CAC9D7B-BB9F-4C20-8778-F6C7F71D70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38658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役職</a:t>
            </a:r>
          </a:p>
        </p:txBody>
      </p:sp>
      <p:sp>
        <p:nvSpPr>
          <p:cNvPr id="33" name="テキスト プレースホルダー 29">
            <a:extLst>
              <a:ext uri="{FF2B5EF4-FFF2-40B4-BE49-F238E27FC236}">
                <a16:creationId xmlns:a16="http://schemas.microsoft.com/office/drawing/2014/main" id="{82A34347-12CE-E2D2-7EB1-0928D06F68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38658" y="5543551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</a:t>
            </a:r>
            <a:r>
              <a:rPr kumimoji="1" lang="en-US" altLang="ja-JP" dirty="0"/>
              <a:t>xx</a:t>
            </a:r>
          </a:p>
          <a:p>
            <a:pPr lvl="0"/>
            <a:r>
              <a:rPr kumimoji="1" lang="en-US" altLang="ja-JP" dirty="0"/>
              <a:t>(5%)</a:t>
            </a:r>
            <a:endParaRPr kumimoji="1" lang="ja-JP" altLang="en-US"/>
          </a:p>
        </p:txBody>
      </p:sp>
      <p:sp>
        <p:nvSpPr>
          <p:cNvPr id="35" name="テキスト プレースホルダー 29">
            <a:extLst>
              <a:ext uri="{FF2B5EF4-FFF2-40B4-BE49-F238E27FC236}">
                <a16:creationId xmlns:a16="http://schemas.microsoft.com/office/drawing/2014/main" id="{B81B3C11-2F1E-6855-C188-ED1819363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445" y="5544145"/>
            <a:ext cx="2507791" cy="531401"/>
          </a:xfrm>
        </p:spPr>
        <p:txBody>
          <a:bodyPr anchor="ctr">
            <a:normAutofit/>
          </a:bodyPr>
          <a:lstStyle>
            <a:lvl1pPr>
              <a:spcBef>
                <a:spcPts val="400"/>
              </a:spcBef>
              <a:buNone/>
              <a:defRPr sz="12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最多：大変参考になった</a:t>
            </a:r>
            <a:endParaRPr kumimoji="1" lang="en-US" altLang="ja-JP" dirty="0"/>
          </a:p>
          <a:p>
            <a:pPr lvl="0"/>
            <a:r>
              <a:rPr kumimoji="1" lang="en-US" altLang="ja-JP" dirty="0"/>
              <a:t>(80%)</a:t>
            </a:r>
            <a:endParaRPr kumimoji="1" lang="ja-JP" altLang="en-US"/>
          </a:p>
        </p:txBody>
      </p:sp>
      <p:sp>
        <p:nvSpPr>
          <p:cNvPr id="36" name="テキスト プレースホルダー 29">
            <a:extLst>
              <a:ext uri="{FF2B5EF4-FFF2-40B4-BE49-F238E27FC236}">
                <a16:creationId xmlns:a16="http://schemas.microsoft.com/office/drawing/2014/main" id="{2D83F0D8-CAF0-EA05-4601-20B825D270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8445" y="5141554"/>
            <a:ext cx="2507791" cy="246221"/>
          </a:xfrm>
        </p:spPr>
        <p:txBody>
          <a:bodyPr anchor="ctr">
            <a:noAutofit/>
          </a:bodyPr>
          <a:lstStyle>
            <a:lvl1pPr>
              <a:buNone/>
              <a:defRPr sz="1000" b="1">
                <a:solidFill>
                  <a:srgbClr val="192048"/>
                </a:solidFill>
              </a:defRPr>
            </a:lvl1pPr>
          </a:lstStyle>
          <a:p>
            <a:pPr lvl="0"/>
            <a:r>
              <a:rPr kumimoji="1" lang="ja-JP" altLang="en-US"/>
              <a:t>本セミナー全体を通じての感想</a:t>
            </a:r>
          </a:p>
        </p:txBody>
      </p:sp>
    </p:spTree>
    <p:extLst>
      <p:ext uri="{BB962C8B-B14F-4D97-AF65-F5344CB8AC3E}">
        <p14:creationId xmlns:p14="http://schemas.microsoft.com/office/powerpoint/2010/main" val="51071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ンケート結果（グラフ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4" y="188914"/>
            <a:ext cx="9344916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9" name="グラフ プレースホルダー 25">
            <a:extLst>
              <a:ext uri="{FF2B5EF4-FFF2-40B4-BE49-F238E27FC236}">
                <a16:creationId xmlns:a16="http://schemas.microsoft.com/office/drawing/2014/main" id="{EBBA8BBC-7933-8923-D77A-9E6D90A6259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273051" y="1252828"/>
            <a:ext cx="4679949" cy="4707456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グラフ プレースホルダー 25">
            <a:extLst>
              <a:ext uri="{FF2B5EF4-FFF2-40B4-BE49-F238E27FC236}">
                <a16:creationId xmlns:a16="http://schemas.microsoft.com/office/drawing/2014/main" id="{6E4E56E6-29E5-2EA5-6AA0-76AD7BF8E37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953001" y="1252828"/>
            <a:ext cx="4679949" cy="4707456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61BBD98C-6177-E19A-5ABB-FE44BB0556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4744" y="6079609"/>
            <a:ext cx="1798206" cy="222250"/>
          </a:xfr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953104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アンケート結果（表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049" y="188914"/>
            <a:ext cx="9359901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37EC8F54-7984-75DF-362F-1DD037DCFE5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88034" y="987628"/>
            <a:ext cx="9344916" cy="489584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テキスト プレースホルダー 12">
            <a:extLst>
              <a:ext uri="{FF2B5EF4-FFF2-40B4-BE49-F238E27FC236}">
                <a16:creationId xmlns:a16="http://schemas.microsoft.com/office/drawing/2014/main" id="{C7089B75-4887-964E-9880-DCF53D4B81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4744" y="6079609"/>
            <a:ext cx="1798206" cy="222250"/>
          </a:xfrm>
        </p:spPr>
        <p:txBody>
          <a:bodyPr anchor="ctr"/>
          <a:lstStyle>
            <a:lvl1pPr algn="r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ja-JP" altLang="en-US"/>
              <a:t>回答数：</a:t>
            </a:r>
            <a:r>
              <a:rPr kumimoji="1" lang="en-US" altLang="ja-JP" dirty="0"/>
              <a:t>xx / xx </a:t>
            </a:r>
            <a:r>
              <a:rPr kumimoji="1" lang="ja-JP" altLang="en-US"/>
              <a:t>名</a:t>
            </a:r>
          </a:p>
        </p:txBody>
      </p:sp>
    </p:spTree>
    <p:extLst>
      <p:ext uri="{BB962C8B-B14F-4D97-AF65-F5344CB8AC3E}">
        <p14:creationId xmlns:p14="http://schemas.microsoft.com/office/powerpoint/2010/main" val="3654712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タイトル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9D9C37-E8D2-8238-ED59-2ABD7994FBBC}"/>
              </a:ext>
            </a:extLst>
          </p:cNvPr>
          <p:cNvSpPr/>
          <p:nvPr userDrawn="1"/>
        </p:nvSpPr>
        <p:spPr>
          <a:xfrm>
            <a:off x="-1" y="0"/>
            <a:ext cx="9906000" cy="6858000"/>
          </a:xfrm>
          <a:prstGeom prst="rect">
            <a:avLst/>
          </a:prstGeom>
          <a:solidFill>
            <a:srgbClr val="17205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1" lang="ja-JP" altLang="en-US" sz="1600" b="1" kern="0" dirty="0">
              <a:solidFill>
                <a:srgbClr val="00295F"/>
              </a:solidFill>
              <a:latin typeface="メイリオ"/>
              <a:ea typeface="メイリオ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1350BBA4-669A-FCAD-9D83-2AA18118A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237" y="3077807"/>
            <a:ext cx="8624454" cy="702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algn="ctr"/>
            <a:r>
              <a:rPr lang="en-US" altLang="ja-JP" sz="3600" dirty="0">
                <a:solidFill>
                  <a:schemeClr val="bg1"/>
                </a:solidFill>
                <a:latin typeface="+mn-ea"/>
                <a:ea typeface="+mn-ea"/>
              </a:rPr>
              <a:t>Appendix</a:t>
            </a:r>
            <a:endParaRPr lang="ja-JP" altLang="en-US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437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FFE91E-4EE8-8812-A922-2B1DFEDFE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" y="-364"/>
            <a:ext cx="9906001" cy="6858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4991E1-5161-8CFE-31BA-6C3BF12DF42E}"/>
              </a:ext>
            </a:extLst>
          </p:cNvPr>
          <p:cNvCxnSpPr>
            <a:cxnSpLocks/>
          </p:cNvCxnSpPr>
          <p:nvPr userDrawn="1"/>
        </p:nvCxnSpPr>
        <p:spPr>
          <a:xfrm>
            <a:off x="273050" y="814491"/>
            <a:ext cx="9359900" cy="0"/>
          </a:xfrm>
          <a:prstGeom prst="line">
            <a:avLst/>
          </a:prstGeom>
          <a:ln w="25400">
            <a:solidFill>
              <a:srgbClr val="1720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37DE4AD2-AEB5-AF21-A8EF-EB83EEB4C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33" y="188914"/>
            <a:ext cx="9329931" cy="77702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17205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AE8BB89E-B5D8-34F0-8935-13183C4EC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34" y="981079"/>
            <a:ext cx="9329931" cy="532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985D69-93D2-1D6B-865F-105D757195AF}"/>
              </a:ext>
            </a:extLst>
          </p:cNvPr>
          <p:cNvSpPr/>
          <p:nvPr userDrawn="1"/>
        </p:nvSpPr>
        <p:spPr>
          <a:xfrm>
            <a:off x="0" y="6498000"/>
            <a:ext cx="9906000" cy="36000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60090-638A-B58C-8341-01527B3BBE24}"/>
              </a:ext>
            </a:extLst>
          </p:cNvPr>
          <p:cNvSpPr txBox="1"/>
          <p:nvPr userDrawn="1"/>
        </p:nvSpPr>
        <p:spPr>
          <a:xfrm>
            <a:off x="276394" y="6556813"/>
            <a:ext cx="3417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b="1" dirty="0">
                <a:solidFill>
                  <a:schemeClr val="bg1"/>
                </a:solidFill>
              </a:rPr>
              <a:t>Copyright ©️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Jidousha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</a:t>
            </a:r>
            <a:r>
              <a:rPr kumimoji="1" lang="en-US" altLang="ja-JP" sz="1000" b="1" dirty="0" err="1">
                <a:solidFill>
                  <a:schemeClr val="bg1"/>
                </a:solidFill>
              </a:rPr>
              <a:t>Shinbunsha</a:t>
            </a:r>
            <a:r>
              <a:rPr kumimoji="1" lang="en-US" altLang="ja-JP" sz="1000" b="1" dirty="0">
                <a:solidFill>
                  <a:schemeClr val="bg1"/>
                </a:solidFill>
              </a:rPr>
              <a:t> , Inc.  All rights reserved.</a:t>
            </a:r>
            <a:endParaRPr kumimoji="1" lang="ja-JP" altLang="en-US" sz="1000" b="1">
              <a:solidFill>
                <a:schemeClr val="bg1"/>
              </a:solidFill>
            </a:endParaRPr>
          </a:p>
        </p:txBody>
      </p:sp>
      <p:sp>
        <p:nvSpPr>
          <p:cNvPr id="15" name="スライド番号プレースホルダー 5">
            <a:extLst>
              <a:ext uri="{FF2B5EF4-FFF2-40B4-BE49-F238E27FC236}">
                <a16:creationId xmlns:a16="http://schemas.microsoft.com/office/drawing/2014/main" id="{A34914BB-9F1E-A5E5-E548-D08CE1426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04100" y="6513138"/>
            <a:ext cx="222885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236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pos="3120">
          <p15:clr>
            <a:srgbClr val="FBAE40"/>
          </p15:clr>
        </p15:guide>
        <p15:guide id="3" pos="172" userDrawn="1">
          <p15:clr>
            <a:srgbClr val="FBAE40"/>
          </p15:clr>
        </p15:guide>
        <p15:guide id="4" pos="6068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119" userDrawn="1">
          <p15:clr>
            <a:srgbClr val="FBAE40"/>
          </p15:clr>
        </p15:guide>
        <p15:guide id="7" orient="horz" pos="3974" userDrawn="1">
          <p15:clr>
            <a:srgbClr val="FBAE40"/>
          </p15:clr>
        </p15:guide>
        <p15:guide id="8" orient="horz" pos="229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412F04B-D58E-6441-A668-B5C3632A6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78600"/>
            <a:ext cx="9906000" cy="2794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65CD85E-792C-E94C-93D0-0AA801E458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00" y="6667500"/>
            <a:ext cx="3035300" cy="1016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84F15F-2883-004F-BE37-41A10DA86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1410" y="6579500"/>
            <a:ext cx="609282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79CA93EA-E741-6147-A020-AC21E298E37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D93608D-1DF2-F5C0-0954-D59BA3E3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85" y="365125"/>
            <a:ext cx="8543925" cy="353321"/>
          </a:xfrm>
          <a:prstGeom prst="rect">
            <a:avLst/>
          </a:prstGeom>
        </p:spPr>
        <p:txBody>
          <a:bodyPr/>
          <a:lstStyle>
            <a:lvl1pPr>
              <a:defRPr sz="24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Google Shape;33;p47">
            <a:extLst>
              <a:ext uri="{FF2B5EF4-FFF2-40B4-BE49-F238E27FC236}">
                <a16:creationId xmlns:a16="http://schemas.microsoft.com/office/drawing/2014/main" id="{E2654561-8EF0-E78E-FA6B-1ECBF01D416F}"/>
              </a:ext>
            </a:extLst>
          </p:cNvPr>
          <p:cNvSpPr/>
          <p:nvPr userDrawn="1"/>
        </p:nvSpPr>
        <p:spPr>
          <a:xfrm>
            <a:off x="452438" y="347286"/>
            <a:ext cx="137444" cy="371160"/>
          </a:xfrm>
          <a:prstGeom prst="rect">
            <a:avLst/>
          </a:prstGeom>
          <a:solidFill>
            <a:srgbClr val="1720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highlight>
                <a:srgbClr val="15608C"/>
              </a:highlight>
              <a:latin typeface="游ゴシック" panose="020B0400000000000000" pitchFamily="50" charset="-128"/>
              <a:ea typeface="游ゴシック" panose="020B0400000000000000" pitchFamily="50" charset="-128"/>
              <a:cs typeface="Arial"/>
              <a:sym typeface="Arial"/>
            </a:endParaRP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2C8BA8-E170-7FC7-378E-05005D7D4F3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2774" y="896938"/>
            <a:ext cx="8682036" cy="5350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ja-JP" altLang="en-US" sz="1800" b="1" dirty="0"/>
            </a:lvl1pPr>
          </a:lstStyle>
          <a:p>
            <a:pPr lvl="0"/>
            <a:r>
              <a:rPr kumimoji="1" lang="ja-JP" altLang="en-US" dirty="0"/>
              <a:t>キーメッセージ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3723843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92E8E-4CDD-C943-81FD-F673F76950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564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8" r:id="rId2"/>
    <p:sldLayoutId id="2147483709" r:id="rId3"/>
    <p:sldLayoutId id="2147483686" r:id="rId4"/>
    <p:sldLayoutId id="2147483710" r:id="rId5"/>
    <p:sldLayoutId id="2147483711" r:id="rId6"/>
    <p:sldLayoutId id="214748370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8AA7E78-EF60-1FF9-9D7E-BE9AB521C9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ADA6CE-167E-8EE4-77DF-AE7480A8553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D38E46-3330-DA1D-0A6C-F28867E29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03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4EF2FF-B416-A824-3D0C-C1253F50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サマリ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F045B6-9B6E-E2C3-7CA0-AFEAE1AB1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05FD119-513F-6713-C49C-2A75E1F52B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55AE8285-B788-0356-2E68-5FA9247028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231E7FF-EC10-FDDC-5FC4-2ED28FCE89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891233D-FD30-D712-C5E3-FF3939703A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8BAEBA4D-E430-5CD4-1DCF-E3F4CA3C6D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69DE3BD7-7D83-AACC-3111-2CA49EC3A7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069F25E-C2DE-01ED-B3E5-9D70CFE4B143}"/>
              </a:ext>
            </a:extLst>
          </p:cNvPr>
          <p:cNvSpPr/>
          <p:nvPr/>
        </p:nvSpPr>
        <p:spPr>
          <a:xfrm>
            <a:off x="273051" y="981076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申込者数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37A4493-23E2-FDDE-5173-4A2A5527077D}"/>
              </a:ext>
            </a:extLst>
          </p:cNvPr>
          <p:cNvSpPr/>
          <p:nvPr/>
        </p:nvSpPr>
        <p:spPr>
          <a:xfrm>
            <a:off x="351300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実際の受講者数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5B1D678-22E4-BA8A-56D8-EBD9DA043D49}"/>
              </a:ext>
            </a:extLst>
          </p:cNvPr>
          <p:cNvSpPr/>
          <p:nvPr/>
        </p:nvSpPr>
        <p:spPr>
          <a:xfrm>
            <a:off x="6752950" y="981075"/>
            <a:ext cx="28800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アンケート回答総数</a:t>
            </a:r>
          </a:p>
        </p:txBody>
      </p:sp>
      <p:graphicFrame>
        <p:nvGraphicFramePr>
          <p:cNvPr id="11" name="Chart 5">
            <a:extLst>
              <a:ext uri="{FF2B5EF4-FFF2-40B4-BE49-F238E27FC236}">
                <a16:creationId xmlns:a16="http://schemas.microsoft.com/office/drawing/2014/main" id="{B6CB81B8-6619-B20E-6789-1D45D7B9E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468656"/>
              </p:ext>
            </p:extLst>
          </p:nvPr>
        </p:nvGraphicFramePr>
        <p:xfrm>
          <a:off x="293832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5">
            <a:extLst>
              <a:ext uri="{FF2B5EF4-FFF2-40B4-BE49-F238E27FC236}">
                <a16:creationId xmlns:a16="http://schemas.microsoft.com/office/drawing/2014/main" id="{C031AFF8-BE67-EF5E-4BF4-20A7044F3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034899"/>
              </p:ext>
            </p:extLst>
          </p:nvPr>
        </p:nvGraphicFramePr>
        <p:xfrm>
          <a:off x="3523390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5">
            <a:extLst>
              <a:ext uri="{FF2B5EF4-FFF2-40B4-BE49-F238E27FC236}">
                <a16:creationId xmlns:a16="http://schemas.microsoft.com/office/drawing/2014/main" id="{B2F77FFC-8556-6909-62AA-C565E3B45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92436"/>
              </p:ext>
            </p:extLst>
          </p:nvPr>
        </p:nvGraphicFramePr>
        <p:xfrm>
          <a:off x="6763340" y="1388987"/>
          <a:ext cx="2859219" cy="2876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930C0E4-36EF-AFBE-2CB7-D5EBCAEAB359}"/>
              </a:ext>
            </a:extLst>
          </p:cNvPr>
          <p:cNvSpPr/>
          <p:nvPr/>
        </p:nvSpPr>
        <p:spPr>
          <a:xfrm>
            <a:off x="273050" y="4439182"/>
            <a:ext cx="9359900" cy="40791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</a:rPr>
              <a:t>アンケート 回答サマリ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A7F3E654-F79D-8143-9148-C1DCF3C42C95}"/>
              </a:ext>
            </a:extLst>
          </p:cNvPr>
          <p:cNvSpPr/>
          <p:nvPr/>
        </p:nvSpPr>
        <p:spPr>
          <a:xfrm>
            <a:off x="562721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31445892-21BF-6E3A-9761-582F0C76032B}"/>
              </a:ext>
            </a:extLst>
          </p:cNvPr>
          <p:cNvSpPr txBox="1"/>
          <p:nvPr/>
        </p:nvSpPr>
        <p:spPr>
          <a:xfrm>
            <a:off x="674192" y="5141554"/>
            <a:ext cx="2526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192048"/>
                </a:solidFill>
                <a:latin typeface="+mn-ea"/>
              </a:rPr>
              <a:t>部署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1C2AF6B3-750B-BBE4-8F53-942661408010}"/>
              </a:ext>
            </a:extLst>
          </p:cNvPr>
          <p:cNvSpPr txBox="1"/>
          <p:nvPr/>
        </p:nvSpPr>
        <p:spPr>
          <a:xfrm>
            <a:off x="67419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 dirty="0" err="1">
                <a:solidFill>
                  <a:srgbClr val="192048"/>
                </a:solidFill>
                <a:latin typeface="+mn-ea"/>
              </a:rPr>
              <a:t>最多</a:t>
            </a:r>
            <a:r>
              <a:rPr sz="1219" dirty="0">
                <a:solidFill>
                  <a:srgbClr val="192048"/>
                </a:solidFill>
                <a:latin typeface="+mn-ea"/>
              </a:rPr>
              <a:t>: </a:t>
            </a:r>
            <a:r>
              <a:rPr sz="1219" dirty="0" err="1">
                <a:solidFill>
                  <a:srgbClr val="192048"/>
                </a:solidFill>
                <a:latin typeface="+mn-ea"/>
              </a:rPr>
              <a:t>なし</a:t>
            </a:r>
            <a:br>
              <a:rPr sz="1219" dirty="0">
                <a:solidFill>
                  <a:srgbClr val="192048"/>
                </a:solidFill>
                <a:latin typeface="+mn-ea"/>
              </a:rPr>
            </a:br>
            <a:r>
              <a:rPr sz="1219" dirty="0">
                <a:solidFill>
                  <a:srgbClr val="192048"/>
                </a:solidFill>
                <a:latin typeface="+mn-ea"/>
              </a:rPr>
              <a:t>(5%)</a:t>
            </a:r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8330AB99-0FDE-535E-9DA2-F431989AC8CC}"/>
              </a:ext>
            </a:extLst>
          </p:cNvPr>
          <p:cNvSpPr/>
          <p:nvPr/>
        </p:nvSpPr>
        <p:spPr>
          <a:xfrm>
            <a:off x="351300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E18339C9-EC32-497B-A14F-056486FD2EE6}"/>
              </a:ext>
            </a:extLst>
          </p:cNvPr>
          <p:cNvSpPr txBox="1"/>
          <p:nvPr/>
        </p:nvSpPr>
        <p:spPr>
          <a:xfrm>
            <a:off x="3624472" y="5141554"/>
            <a:ext cx="2526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192048"/>
                </a:solidFill>
                <a:latin typeface="+mn-ea"/>
              </a:rPr>
              <a:t>役職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B14CBA8D-F347-30B8-3315-218C601DDD87}"/>
              </a:ext>
            </a:extLst>
          </p:cNvPr>
          <p:cNvSpPr txBox="1"/>
          <p:nvPr/>
        </p:nvSpPr>
        <p:spPr>
          <a:xfrm>
            <a:off x="362447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>
                <a:solidFill>
                  <a:srgbClr val="192048"/>
                </a:solidFill>
                <a:latin typeface="+mn-ea"/>
              </a:rPr>
              <a:t>最多: 主幹</a:t>
            </a:r>
            <a:br>
              <a:rPr sz="1219">
                <a:solidFill>
                  <a:srgbClr val="192048"/>
                </a:solidFill>
                <a:latin typeface="+mn-ea"/>
              </a:rPr>
            </a:br>
            <a:r>
              <a:rPr sz="1219">
                <a:solidFill>
                  <a:srgbClr val="192048"/>
                </a:solidFill>
                <a:latin typeface="+mn-ea"/>
              </a:rPr>
              <a:t>(5%)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612AF9E8-958F-0094-02F5-E7209146DC9F}"/>
              </a:ext>
            </a:extLst>
          </p:cNvPr>
          <p:cNvSpPr/>
          <p:nvPr/>
        </p:nvSpPr>
        <p:spPr>
          <a:xfrm>
            <a:off x="6463280" y="5067240"/>
            <a:ext cx="2749631" cy="115187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3F9BB2CD-2219-EFAB-E8FF-2DF30258F8FE}"/>
              </a:ext>
            </a:extLst>
          </p:cNvPr>
          <p:cNvSpPr txBox="1"/>
          <p:nvPr/>
        </p:nvSpPr>
        <p:spPr>
          <a:xfrm>
            <a:off x="6574752" y="5141555"/>
            <a:ext cx="2526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192048"/>
                </a:solidFill>
                <a:latin typeface="+mn-ea"/>
              </a:rPr>
              <a:t>【4段階評価】本セミナー全体を通じての感想をお聞</a:t>
            </a:r>
            <a:r>
              <a:rPr lang="ja-JP" altLang="en-US" sz="1000" b="1">
                <a:solidFill>
                  <a:srgbClr val="192048"/>
                </a:solidFill>
                <a:latin typeface="+mn-ea"/>
              </a:rPr>
              <a:t>かせください。</a:t>
            </a:r>
            <a:endParaRPr sz="1000" b="1" dirty="0">
              <a:solidFill>
                <a:srgbClr val="192048"/>
              </a:solidFill>
              <a:latin typeface="+mn-ea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340E2589-28C5-27FD-3D24-522BEAF85312}"/>
              </a:ext>
            </a:extLst>
          </p:cNvPr>
          <p:cNvSpPr txBox="1"/>
          <p:nvPr/>
        </p:nvSpPr>
        <p:spPr>
          <a:xfrm>
            <a:off x="6574752" y="5572577"/>
            <a:ext cx="2526688" cy="4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219">
                <a:solidFill>
                  <a:srgbClr val="192048"/>
                </a:solidFill>
                <a:latin typeface="+mn-ea"/>
              </a:rPr>
              <a:t>最多: 参考になった</a:t>
            </a:r>
            <a:br>
              <a:rPr sz="1219">
                <a:solidFill>
                  <a:srgbClr val="192048"/>
                </a:solidFill>
                <a:latin typeface="+mn-ea"/>
              </a:rPr>
            </a:br>
            <a:r>
              <a:rPr sz="1219">
                <a:solidFill>
                  <a:srgbClr val="192048"/>
                </a:solidFill>
                <a:latin typeface="+mn-ea"/>
              </a:rPr>
              <a:t>(53%)</a:t>
            </a:r>
          </a:p>
        </p:txBody>
      </p:sp>
    </p:spTree>
    <p:extLst>
      <p:ext uri="{BB962C8B-B14F-4D97-AF65-F5344CB8AC3E}">
        <p14:creationId xmlns:p14="http://schemas.microsoft.com/office/powerpoint/2010/main" val="18239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B90B0-4E27-239E-A1A3-BEF0DDEE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4C4271-E185-FE70-A4F9-3838BFEC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3" y="188914"/>
            <a:ext cx="9344915" cy="777026"/>
          </a:xfrm>
        </p:spPr>
        <p:txBody>
          <a:bodyPr/>
          <a:lstStyle/>
          <a:p>
            <a:r>
              <a:rPr lang="en-US" altLang="ja-JP" dirty="0"/>
              <a:t>【4</a:t>
            </a:r>
            <a:r>
              <a:rPr lang="ja-JP" altLang="en-US"/>
              <a:t>段階評価</a:t>
            </a:r>
            <a:r>
              <a:rPr lang="en-US" altLang="ja-JP" dirty="0"/>
              <a:t>】</a:t>
            </a:r>
            <a:r>
              <a:rPr lang="ja-JP" altLang="en-US"/>
              <a:t>講演者</a:t>
            </a:r>
            <a:r>
              <a:rPr lang="en-US" altLang="ja-JP" dirty="0"/>
              <a:t>1</a:t>
            </a:r>
            <a:r>
              <a:rPr lang="ja-JP" altLang="en-US"/>
              <a:t>の講演の感想をお聞かせください。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47A46A-06A0-085B-E7BE-DC32DFC3A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aphicFrame>
        <p:nvGraphicFramePr>
          <p:cNvPr id="3" name="Chart 5">
            <a:extLst>
              <a:ext uri="{FF2B5EF4-FFF2-40B4-BE49-F238E27FC236}">
                <a16:creationId xmlns:a16="http://schemas.microsoft.com/office/drawing/2014/main" id="{CF3E1CA7-65CC-4E54-88B2-74CA3C46B887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252828"/>
          <a:ext cx="4679950" cy="4707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6">
            <a:extLst>
              <a:ext uri="{FF2B5EF4-FFF2-40B4-BE49-F238E27FC236}">
                <a16:creationId xmlns:a16="http://schemas.microsoft.com/office/drawing/2014/main" id="{7830B62B-38DE-27E0-AD37-F4AD64394750}"/>
              </a:ext>
            </a:extLst>
          </p:cNvPr>
          <p:cNvSpPr txBox="1"/>
          <p:nvPr/>
        </p:nvSpPr>
        <p:spPr>
          <a:xfrm>
            <a:off x="7834744" y="6062504"/>
            <a:ext cx="1798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rPr sz="1000">
                <a:latin typeface="+mn-ea"/>
              </a:rPr>
              <a:t>回答数: 83 / 83 名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73118C5-7A07-FEE0-9EC7-7A64674E94FB}"/>
              </a:ext>
            </a:extLst>
          </p:cNvPr>
          <p:cNvGraphicFramePr>
            <a:graphicFrameLocks noGrp="1"/>
          </p:cNvGraphicFramePr>
          <p:nvPr/>
        </p:nvGraphicFramePr>
        <p:xfrm>
          <a:off x="280541" y="1252828"/>
          <a:ext cx="4679950" cy="4707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287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078BE-707A-717E-DE3E-B9A33F0E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7FA48-646F-A03C-C5F5-5A11BB85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Q.11 </a:t>
            </a:r>
            <a:r>
              <a:rPr lang="ja-JP" altLang="en-US"/>
              <a:t>その他を選ばれた場合、ご記入ください。 </a:t>
            </a:r>
            <a:r>
              <a:rPr lang="en-US" altLang="ja-JP" dirty="0"/>
              <a:t>(4/5)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8E0661-A86C-607F-DCEC-E446A92F9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65819F6-FC88-733C-8D2A-F0F6E8ABF8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ja-JP" altLang="en-US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1527DFAB-48B9-952D-F51A-0174DB65B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159708"/>
              </p:ext>
            </p:extLst>
          </p:nvPr>
        </p:nvGraphicFramePr>
        <p:xfrm>
          <a:off x="273050" y="981075"/>
          <a:ext cx="9359900" cy="472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4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回答</a:t>
                      </a:r>
                      <a:endParaRPr sz="10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3855263838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529969133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/>
                </a:tc>
                <a:extLst>
                  <a:ext uri="{0D108BD9-81ED-4DB2-BD59-A6C34878D82A}">
                    <a16:rowId xmlns:a16="http://schemas.microsoft.com/office/drawing/2014/main" val="1719481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2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EC7B462-A675-318D-E8F3-67070D9C325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US" altLang="ja-JP" sz="3600" dirty="0">
                <a:solidFill>
                  <a:schemeClr val="bg1"/>
                </a:solidFill>
                <a:latin typeface="+mn-ea"/>
                <a:ea typeface="+mn-ea"/>
              </a:rPr>
              <a:t>Appendix</a:t>
            </a:r>
            <a:endParaRPr lang="ja-JP" altLang="en-US" sz="3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655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1373-2553-2364-5722-D52DFC74D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D5CD8-45B9-FAFE-1408-84E78710D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32" y="248181"/>
            <a:ext cx="9344917" cy="777026"/>
          </a:xfrm>
        </p:spPr>
        <p:txBody>
          <a:bodyPr/>
          <a:lstStyle/>
          <a:p>
            <a:r>
              <a:rPr lang="ja-JP" altLang="en-US"/>
              <a:t>アンケート回答者の会社名</a:t>
            </a:r>
            <a:r>
              <a:rPr lang="en-US" altLang="ja-JP" dirty="0"/>
              <a:t> (1/5)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FCAFCD-E153-3A14-D90E-D5E585D9A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4092E8E-4CDD-C943-81FD-F673F7695067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30042DD-B4EA-A7A5-1BBD-4FD28531D976}"/>
              </a:ext>
            </a:extLst>
          </p:cNvPr>
          <p:cNvSpPr txBox="1"/>
          <p:nvPr/>
        </p:nvSpPr>
        <p:spPr>
          <a:xfrm>
            <a:off x="7834744" y="6062504"/>
            <a:ext cx="1798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rPr lang="ja-JP" altLang="en-US" sz="1000"/>
              <a:t>回答数</a:t>
            </a:r>
            <a:r>
              <a:rPr lang="en-US" altLang="ja-JP" sz="1000" dirty="0"/>
              <a:t>: xx / xx </a:t>
            </a:r>
            <a:r>
              <a:rPr lang="ja-JP" altLang="en-US" sz="1000"/>
              <a:t>名</a:t>
            </a:r>
            <a:endParaRPr sz="1000" dirty="0">
              <a:latin typeface="+mn-ea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F83D4719-30C5-E68D-E6C3-227CB1A45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201485"/>
              </p:ext>
            </p:extLst>
          </p:nvPr>
        </p:nvGraphicFramePr>
        <p:xfrm>
          <a:off x="273050" y="1233350"/>
          <a:ext cx="4620683" cy="4391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回答</a:t>
                      </a:r>
                      <a:endParaRPr sz="10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79569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9177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1397C4C-F460-073E-5DCF-AF154B3BD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498690"/>
              </p:ext>
            </p:extLst>
          </p:nvPr>
        </p:nvGraphicFramePr>
        <p:xfrm>
          <a:off x="5012266" y="1233350"/>
          <a:ext cx="4620683" cy="4391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回答</a:t>
                      </a:r>
                      <a:endParaRPr sz="10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marL="74314" marR="74314" marT="37157" marB="37157" anchor="ctr"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79569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917701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792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79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262626"/>
                          </a:solidFill>
                          <a:latin typeface="+mn-ea"/>
                          <a:ea typeface="+mn-ea"/>
                        </a:rPr>
                        <a:t>24</a:t>
                      </a:r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sz="1000" b="0" dirty="0">
                        <a:solidFill>
                          <a:srgbClr val="262626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31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29763</TotalTime>
  <Words>144</Words>
  <Application>Microsoft Macintosh PowerPoint</Application>
  <PresentationFormat>A4 210 x 297 mm</PresentationFormat>
  <Paragraphs>64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4" baseType="lpstr">
      <vt:lpstr>Meiryo UI</vt:lpstr>
      <vt:lpstr>メイリオ</vt:lpstr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サマリ</vt:lpstr>
      <vt:lpstr>【4段階評価】講演者1の講演の感想をお聞かせください。</vt:lpstr>
      <vt:lpstr>Q.11 その他を選ばれた場合、ご記入ください。 (4/5)</vt:lpstr>
      <vt:lpstr>Appendix</vt:lpstr>
      <vt:lpstr>アンケート回答者の会社名 (1/5)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Matsuda Tom</dc:creator>
  <cp:lastModifiedBy>松田 斗夢（AMANE）</cp:lastModifiedBy>
  <cp:revision>209</cp:revision>
  <dcterms:created xsi:type="dcterms:W3CDTF">2023-09-26T04:12:48Z</dcterms:created>
  <dcterms:modified xsi:type="dcterms:W3CDTF">2026-04-05T02:52:55Z</dcterms:modified>
</cp:coreProperties>
</file>