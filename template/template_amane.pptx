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4.xml" ContentType="application/vnd.openxmlformats-officedocument.drawingml.chart+xml"/>
  <Override PartName="/ppt/theme/themeOverride1.xml" ContentType="application/vnd.openxmlformats-officedocument.themeOverride+xml"/>
  <Override PartName="/ppt/charts/chart5.xml" ContentType="application/vnd.openxmlformats-officedocument.drawingml.chart+xml"/>
  <Override PartName="/ppt/theme/themeOverride2.xml" ContentType="application/vnd.openxmlformats-officedocument.themeOverr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21" r:id="rId1"/>
  </p:sldMasterIdLst>
  <p:notesMasterIdLst>
    <p:notesMasterId r:id="rId8"/>
  </p:notesMasterIdLst>
  <p:handoutMasterIdLst>
    <p:handoutMasterId r:id="rId9"/>
  </p:handoutMasterIdLst>
  <p:sldIdLst>
    <p:sldId id="256" r:id="rId2"/>
    <p:sldId id="2134805587" r:id="rId3"/>
    <p:sldId id="2134805588" r:id="rId4"/>
    <p:sldId id="2134805593" r:id="rId5"/>
    <p:sldId id="2134805564" r:id="rId6"/>
    <p:sldId id="2134805606" r:id="rId7"/>
  </p:sldIdLst>
  <p:sldSz cx="9906000" cy="6858000" type="A4"/>
  <p:notesSz cx="6735763" cy="98663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8B62943C-B9DF-D901-E71D-1A41E5EBBA4D}" name="井上" initials="佳井" userId="S::keizo@amane.ltd::eb7a5d12-fc98-4db1-a84e-b4dcd8ef497d" providerId="AD"/>
  <p188:author id="{F088C85A-DD88-1C33-8BD3-40334A3B55FD}" name="松田 斗夢（AMANE）" initials="" userId="S::t.matsuda@amane.ltd::d0046f10-9a19-4914-9a19-c1bfd6ae6659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5608C"/>
    <a:srgbClr val="548CAD"/>
    <a:srgbClr val="00295F"/>
    <a:srgbClr val="A6C6D6"/>
    <a:srgbClr val="E7E6E6"/>
    <a:srgbClr val="E6F3FB"/>
    <a:srgbClr val="F5CC01"/>
    <a:srgbClr val="FFF2CC"/>
    <a:srgbClr val="FFCCFF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799B23B-EC83-4686-B30A-512413B5E67A}" styleName="淡色スタイル 3 - アクセント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F2DE63D5-997A-4646-A377-4702673A728D}" styleName="淡色スタイル 2 - アクセント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C083E6E3-FA7D-4D7B-A595-EF9225AFEA82}" styleName="淡色スタイル 1 - アクセント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BC89EF96-8CEA-46FF-86C4-4CE0E7609802}" styleName="淡色スタイル 3 - アクセント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3B4B98B0-60AC-42C2-AFA5-B58CD77FA1E5}" styleName="淡色スタイル 1 - アクセント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73A0DAA-6AF3-43AB-8588-CEC1D06C72B9}" styleName="スタイル (中間)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383" autoAdjust="0"/>
    <p:restoredTop sz="96893" autoAdjust="0"/>
  </p:normalViewPr>
  <p:slideViewPr>
    <p:cSldViewPr snapToObjects="1" showGuides="1">
      <p:cViewPr varScale="1">
        <p:scale>
          <a:sx n="192" d="100"/>
          <a:sy n="192" d="100"/>
        </p:scale>
        <p:origin x="1048" y="16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" d="1"/>
        <a:sy n="1" d="1"/>
      </p:scale>
      <p:origin x="0" y="-54084"/>
    </p:cViewPr>
  </p:sorterViewPr>
  <p:notesViewPr>
    <p:cSldViewPr snapToObjects="1" showGuides="1">
      <p:cViewPr varScale="1">
        <p:scale>
          <a:sx n="55" d="100"/>
          <a:sy n="55" d="100"/>
        </p:scale>
        <p:origin x="3330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Relationship Id="rId14" Type="http://schemas.microsoft.com/office/2018/10/relationships/authors" Target="author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__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__1.xlsx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___2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4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______3.xlsx"/><Relationship Id="rId1" Type="http://schemas.openxmlformats.org/officeDocument/2006/relationships/themeOverride" Target="../theme/themeOverride1.xml"/></Relationships>
</file>

<file path=ppt/charts/_rels/chart5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______4.xlsx"/><Relationship Id="rId1" Type="http://schemas.openxmlformats.org/officeDocument/2006/relationships/themeOverride" Target="../theme/themeOverrid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</c:strCache>
            </c:strRef>
          </c:tx>
          <c:dPt>
            <c:idx val="0"/>
            <c:bubble3D val="0"/>
            <c:spPr>
              <a:solidFill>
                <a:schemeClr val="accent2"/>
              </a:solidFill>
            </c:spPr>
            <c:extLst>
              <c:ext xmlns:c16="http://schemas.microsoft.com/office/drawing/2014/chart" uri="{C3380CC4-5D6E-409C-BE32-E72D297353CC}">
                <c16:uniqueId val="{00000001-3CA8-3F42-9127-FD1C417F34EC}"/>
              </c:ext>
            </c:extLst>
          </c:dPt>
          <c:dPt>
            <c:idx val="1"/>
            <c:bubble3D val="0"/>
            <c:spPr>
              <a:solidFill>
                <a:srgbClr val="15608C"/>
              </a:solidFill>
            </c:spPr>
            <c:extLst>
              <c:ext xmlns:c16="http://schemas.microsoft.com/office/drawing/2014/chart" uri="{C3380CC4-5D6E-409C-BE32-E72D297353CC}">
                <c16:uniqueId val="{00000003-3CA8-3F42-9127-FD1C417F34EC}"/>
              </c:ext>
            </c:extLst>
          </c:dPt>
          <c:dPt>
            <c:idx val="2"/>
            <c:bubble3D val="0"/>
            <c:spPr>
              <a:solidFill>
                <a:srgbClr val="FFC000"/>
              </a:solidFill>
            </c:spPr>
            <c:extLst>
              <c:ext xmlns:c16="http://schemas.microsoft.com/office/drawing/2014/chart" uri="{C3380CC4-5D6E-409C-BE32-E72D297353CC}">
                <c16:uniqueId val="{00000005-3CA8-3F42-9127-FD1C417F34EC}"/>
              </c:ext>
            </c:extLst>
          </c:dPt>
          <c:dPt>
            <c:idx val="3"/>
            <c:bubble3D val="0"/>
            <c:spPr>
              <a:solidFill>
                <a:srgbClr val="FF6B6B"/>
              </a:solidFill>
            </c:spPr>
            <c:extLst>
              <c:ext xmlns:c16="http://schemas.microsoft.com/office/drawing/2014/chart" uri="{C3380CC4-5D6E-409C-BE32-E72D297353CC}">
                <c16:uniqueId val="{00000007-3CA8-3F42-9127-FD1C417F34EC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1000" b="1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ea"/>
                    <a:ea typeface="+mn-ea"/>
                  </a:defRPr>
                </a:pPr>
                <a:endParaRPr lang="ja-JP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2"/>
                <c:pt idx="0">
                  <c:v>会場受講</c:v>
                </c:pt>
                <c:pt idx="1">
                  <c:v>WEB受講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74</c:v>
                </c:pt>
                <c:pt idx="1">
                  <c:v>194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3CA8-3F42-9127-FD1C417F34EC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</c:plotArea>
    <c:legend>
      <c:legendPos val="b"/>
      <c:legendEntry>
        <c:idx val="2"/>
        <c:delete val="1"/>
      </c:legendEntry>
      <c:legendEntry>
        <c:idx val="3"/>
        <c:delete val="1"/>
      </c:legendEntry>
      <c:overlay val="0"/>
      <c:txPr>
        <a:bodyPr/>
        <a:lstStyle/>
        <a:p>
          <a:pPr>
            <a:defRPr sz="1000">
              <a:latin typeface="+mn-ea"/>
              <a:ea typeface="+mn-ea"/>
            </a:defRPr>
          </a:pPr>
          <a:endParaRPr lang="ja-JP"/>
        </a:p>
      </c:txPr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</c:strCache>
            </c:strRef>
          </c:tx>
          <c:dPt>
            <c:idx val="0"/>
            <c:bubble3D val="0"/>
            <c:spPr>
              <a:solidFill>
                <a:schemeClr val="accent2"/>
              </a:solidFill>
            </c:spPr>
            <c:extLst>
              <c:ext xmlns:c16="http://schemas.microsoft.com/office/drawing/2014/chart" uri="{C3380CC4-5D6E-409C-BE32-E72D297353CC}">
                <c16:uniqueId val="{00000001-4973-D240-A3CA-1B77B6F43C6D}"/>
              </c:ext>
            </c:extLst>
          </c:dPt>
          <c:dPt>
            <c:idx val="1"/>
            <c:bubble3D val="0"/>
            <c:spPr>
              <a:solidFill>
                <a:srgbClr val="FFC000"/>
              </a:solidFill>
            </c:spPr>
            <c:extLst>
              <c:ext xmlns:c16="http://schemas.microsoft.com/office/drawing/2014/chart" uri="{C3380CC4-5D6E-409C-BE32-E72D297353CC}">
                <c16:uniqueId val="{00000003-4973-D240-A3CA-1B77B6F43C6D}"/>
              </c:ext>
            </c:extLst>
          </c:dPt>
          <c:dPt>
            <c:idx val="2"/>
            <c:bubble3D val="0"/>
            <c:spPr>
              <a:solidFill>
                <a:srgbClr val="15608C"/>
              </a:solidFill>
            </c:spPr>
            <c:extLst>
              <c:ext xmlns:c16="http://schemas.microsoft.com/office/drawing/2014/chart" uri="{C3380CC4-5D6E-409C-BE32-E72D297353CC}">
                <c16:uniqueId val="{00000005-4973-D240-A3CA-1B77B6F43C6D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1000" b="1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ea"/>
                    <a:ea typeface="+mn-ea"/>
                  </a:defRPr>
                </a:pPr>
                <a:endParaRPr lang="ja-JP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会場受講</c:v>
                </c:pt>
                <c:pt idx="1">
                  <c:v>会場→WEBへ変更</c:v>
                </c:pt>
                <c:pt idx="2">
                  <c:v>WEB受講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23</c:v>
                </c:pt>
                <c:pt idx="1">
                  <c:v>14</c:v>
                </c:pt>
                <c:pt idx="2">
                  <c:v>140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4973-D240-A3CA-1B77B6F43C6D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</c:plotArea>
    <c:legend>
      <c:legendPos val="b"/>
      <c:overlay val="0"/>
      <c:txPr>
        <a:bodyPr/>
        <a:lstStyle/>
        <a:p>
          <a:pPr>
            <a:defRPr sz="1000">
              <a:latin typeface="+mn-ea"/>
              <a:ea typeface="+mn-ea"/>
            </a:defRPr>
          </a:pPr>
          <a:endParaRPr lang="ja-JP"/>
        </a:p>
      </c:txPr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</c:strCache>
            </c:strRef>
          </c:tx>
          <c:dPt>
            <c:idx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BAF5-4F4B-87AD-6F734576F845}"/>
              </c:ext>
            </c:extLst>
          </c:dPt>
          <c:dPt>
            <c:idx val="1"/>
            <c:bubble3D val="0"/>
            <c:spPr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BAF5-4F4B-87AD-6F734576F845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BAF5-4F4B-87AD-6F734576F845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BAF5-4F4B-87AD-6F734576F845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000" b="1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ea"/>
                    <a:ea typeface="+mn-ea"/>
                    <a:cs typeface="+mn-cs"/>
                  </a:defRPr>
                </a:pPr>
                <a:endParaRPr lang="ja-JP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6350" cap="flat" cmpd="sng" algn="ctr">
                  <a:solidFill>
                    <a:schemeClr val="tx1"/>
                  </a:solidFill>
                  <a:prstDash val="solid"/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2"/>
                <c:pt idx="0">
                  <c:v>回答</c:v>
                </c:pt>
                <c:pt idx="1">
                  <c:v>未回答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83</c:v>
                </c:pt>
                <c:pt idx="1">
                  <c:v>64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BAF5-4F4B-87AD-6F734576F845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legendEntry>
        <c:idx val="2"/>
        <c:delete val="1"/>
      </c:legendEntry>
      <c:legendEntry>
        <c:idx val="3"/>
        <c:delete val="1"/>
      </c:legendEntry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1"/>
              </a:solidFill>
              <a:latin typeface="+mn-ea"/>
              <a:ea typeface="+mn-ea"/>
              <a:cs typeface="+mn-cs"/>
            </a:defRPr>
          </a:pPr>
          <a:endParaRPr lang="ja-JP"/>
        </a:p>
      </c:txPr>
    </c:legend>
    <c:plotVisOnly val="1"/>
    <c:dispBlanksAs val="gap"/>
    <c:showDLblsOverMax val="1"/>
  </c:chart>
  <c:spPr>
    <a:noFill/>
    <a:ln w="6350" cap="flat" cmpd="sng" algn="ctr">
      <a:noFill/>
      <a:prstDash val="solid"/>
      <a:miter lim="800000"/>
    </a:ln>
    <a:effectLst/>
  </c:spPr>
  <c:txPr>
    <a:bodyPr/>
    <a:lstStyle/>
    <a:p>
      <a:pPr>
        <a:defRPr sz="1800">
          <a:latin typeface="+mn-ea"/>
          <a:ea typeface="+mn-ea"/>
        </a:defRPr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/>
          <a:lstStyle/>
          <a:p>
            <a:pPr>
              <a:defRPr sz="1300">
                <a:latin typeface="游ゴシック"/>
              </a:defRPr>
            </a:pPr>
            <a:r>
              <a:rPr lang="ja-JP" altLang="en-US"/>
              <a:t>回答数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回答数</c:v>
                </c:pt>
              </c:strCache>
            </c:strRef>
          </c:tx>
          <c:invertIfNegative val="1"/>
          <c:dPt>
            <c:idx val="0"/>
            <c:invertIfNegative val="1"/>
            <c:bubble3D val="0"/>
            <c:spPr>
              <a:solidFill>
                <a:srgbClr val="1F4E79"/>
              </a:solidFill>
            </c:spPr>
            <c:extLst>
              <c:ext xmlns:c16="http://schemas.microsoft.com/office/drawing/2014/chart" uri="{C3380CC4-5D6E-409C-BE32-E72D297353CC}">
                <c16:uniqueId val="{00000001-4FC1-884C-AC9F-91809EBF635A}"/>
              </c:ext>
            </c:extLst>
          </c:dPt>
          <c:dPt>
            <c:idx val="1"/>
            <c:invertIfNegative val="1"/>
            <c:bubble3D val="0"/>
            <c:spPr>
              <a:solidFill>
                <a:srgbClr val="2E75B6"/>
              </a:solidFill>
            </c:spPr>
            <c:extLst>
              <c:ext xmlns:c16="http://schemas.microsoft.com/office/drawing/2014/chart" uri="{C3380CC4-5D6E-409C-BE32-E72D297353CC}">
                <c16:uniqueId val="{00000003-4FC1-884C-AC9F-91809EBF635A}"/>
              </c:ext>
            </c:extLst>
          </c:dPt>
          <c:dPt>
            <c:idx val="2"/>
            <c:invertIfNegative val="1"/>
            <c:bubble3D val="0"/>
            <c:spPr>
              <a:solidFill>
                <a:srgbClr val="FFC000"/>
              </a:solidFill>
            </c:spPr>
            <c:extLst>
              <c:ext xmlns:c16="http://schemas.microsoft.com/office/drawing/2014/chart" uri="{C3380CC4-5D6E-409C-BE32-E72D297353CC}">
                <c16:uniqueId val="{00000005-4FC1-884C-AC9F-91809EBF635A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1">
                    <a:latin typeface="游ゴシック"/>
                  </a:defRPr>
                </a:pPr>
                <a:endParaRPr lang="ja-JP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大変参考になった  (39.8%)</c:v>
                </c:pt>
                <c:pt idx="1">
                  <c:v>参考になった  (53.0%)</c:v>
                </c:pt>
                <c:pt idx="2">
                  <c:v>どちらでもない  (7.2%)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33</c:v>
                </c:pt>
                <c:pt idx="1">
                  <c:v>44</c:v>
                </c:pt>
                <c:pt idx="2">
                  <c:v>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4FC1-884C-AC9F-91809EBF635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游ゴシック"/>
              </a:defRPr>
            </a:pPr>
            <a:endParaRPr lang="ja-JP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b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900">
                <a:latin typeface="游ゴシック"/>
              </a:defRPr>
            </a:pPr>
            <a:endParaRPr lang="ja-JP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2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/>
          <a:lstStyle/>
          <a:p>
            <a:pPr>
              <a:defRPr sz="1300">
                <a:latin typeface="游ゴシック"/>
              </a:defRPr>
            </a:pPr>
            <a:r>
              <a:rPr lang="ja-JP" altLang="en-US"/>
              <a:t>割合</a:t>
            </a:r>
          </a:p>
        </c:rich>
      </c:tx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割合</c:v>
                </c:pt>
              </c:strCache>
            </c:strRef>
          </c:tx>
          <c:dPt>
            <c:idx val="0"/>
            <c:bubble3D val="0"/>
            <c:spPr>
              <a:solidFill>
                <a:srgbClr val="1F4E79"/>
              </a:solidFill>
            </c:spPr>
            <c:extLst>
              <c:ext xmlns:c16="http://schemas.microsoft.com/office/drawing/2014/chart" uri="{C3380CC4-5D6E-409C-BE32-E72D297353CC}">
                <c16:uniqueId val="{00000001-6C79-6949-B973-5065B1A33576}"/>
              </c:ext>
            </c:extLst>
          </c:dPt>
          <c:dPt>
            <c:idx val="1"/>
            <c:bubble3D val="0"/>
            <c:spPr>
              <a:solidFill>
                <a:srgbClr val="2E75B6"/>
              </a:solidFill>
            </c:spPr>
            <c:extLst>
              <c:ext xmlns:c16="http://schemas.microsoft.com/office/drawing/2014/chart" uri="{C3380CC4-5D6E-409C-BE32-E72D297353CC}">
                <c16:uniqueId val="{00000003-6C79-6949-B973-5065B1A33576}"/>
              </c:ext>
            </c:extLst>
          </c:dPt>
          <c:dPt>
            <c:idx val="2"/>
            <c:bubble3D val="0"/>
            <c:spPr>
              <a:solidFill>
                <a:srgbClr val="FFC000"/>
              </a:solidFill>
            </c:spPr>
            <c:extLst>
              <c:ext xmlns:c16="http://schemas.microsoft.com/office/drawing/2014/chart" uri="{C3380CC4-5D6E-409C-BE32-E72D297353CC}">
                <c16:uniqueId val="{00000005-6C79-6949-B973-5065B1A33576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1">
                    <a:solidFill>
                      <a:schemeClr val="bg1"/>
                    </a:solidFill>
                    <a:latin typeface="游ゴシック"/>
                  </a:defRPr>
                </a:pPr>
                <a:endParaRPr lang="ja-JP"/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大変参考になった</c:v>
                </c:pt>
                <c:pt idx="1">
                  <c:v>参考になった</c:v>
                </c:pt>
                <c:pt idx="2">
                  <c:v>どちらでもない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33</c:v>
                </c:pt>
                <c:pt idx="1">
                  <c:v>44</c:v>
                </c:pt>
                <c:pt idx="2">
                  <c:v>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6C79-6949-B973-5065B1A33576}"/>
            </c:ext>
          </c:extLst>
        </c:ser>
        <c:dLbls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</c:pieChart>
    </c:plotArea>
    <c:legend>
      <c:legendPos val="b"/>
      <c:overlay val="1"/>
      <c:txPr>
        <a:bodyPr/>
        <a:lstStyle/>
        <a:p>
          <a:pPr>
            <a:defRPr sz="1000">
              <a:latin typeface="游ゴシック"/>
            </a:defRPr>
          </a:pPr>
          <a:endParaRPr lang="ja-JP"/>
        </a:p>
      </c:txPr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2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102">
  <cs:axisTitle>
    <cs:lnRef idx="0"/>
    <cs:fillRef idx="0"/>
    <cs:effectRef idx="0"/>
    <cs:fontRef idx="minor">
      <a:schemeClr val="tx1"/>
    </cs:fontRef>
    <cs:defRPr sz="1000" b="1" kern="1200"/>
  </cs:axisTitle>
  <cs:category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categoryAxis>
  <cs:chartArea mods="allowNoFillOverride allowNoLineOverride">
    <cs:lnRef idx="1">
      <a:schemeClr val="tx1">
        <a:tint val="75000"/>
      </a:schemeClr>
    </cs:lnRef>
    <cs:fillRef idx="1">
      <a:schemeClr val="bg1"/>
    </cs:fillRef>
    <cs:effectRef idx="0"/>
    <cs:fontRef idx="minor">
      <a:schemeClr val="tx1"/>
    </cs:fontRef>
    <cs:spPr>
      <a:ln>
        <a:round/>
      </a:ln>
    </cs:spPr>
    <cs:defRPr sz="1000" kern="1200"/>
  </cs:chartArea>
  <cs:dataLabel>
    <cs:lnRef idx="0"/>
    <cs:fillRef idx="0"/>
    <cs:effectRef idx="0"/>
    <cs:fontRef idx="minor">
      <a:schemeClr val="tx1"/>
    </cs:fontRef>
    <cs:defRPr sz="1000" kern="1200"/>
  </cs:dataLabel>
  <cs:dataLabelCallout>
    <cs:lnRef idx="0"/>
    <cs:fillRef idx="0"/>
    <cs:effectRef idx="0"/>
    <cs:fontRef idx="minor">
      <a:schemeClr val="dk1"/>
    </cs:fontRef>
    <cs:spPr>
      <a:solidFill>
        <a:schemeClr val="lt1"/>
      </a:solidFill>
      <a:ln>
        <a:solidFill>
          <a:schemeClr val="dk1">
            <a:lumMod val="65000"/>
            <a:lumOff val="35000"/>
          </a:schemeClr>
        </a:solidFill>
      </a:ln>
    </cs:spPr>
    <cs:defRPr sz="1000" kern="1200"/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1">
      <cs:styleClr val="auto"/>
    </cs:lnRef>
    <cs:lineWidthScale>3</cs:lineWidthScale>
    <cs:fillRef idx="0"/>
    <cs:effectRef idx="0"/>
    <cs:fontRef idx="minor">
      <a:schemeClr val="tx1"/>
    </cs:fontRef>
    <cs:spPr>
      <a:ln cap="rnd">
        <a:round/>
      </a:ln>
    </cs:spPr>
  </cs:dataPointLine>
  <cs:dataPointMarker>
    <cs:lnRef idx="1">
      <cs:styleClr val="auto"/>
    </cs:lnRef>
    <cs:fillRef idx="1">
      <cs:styleClr val="auto"/>
    </cs:fillRef>
    <cs:effectRef idx="0"/>
    <cs:fontRef idx="minor">
      <a:schemeClr val="tx1"/>
    </cs:fontRef>
    <cs:spPr>
      <a:ln>
        <a:round/>
      </a:ln>
    </cs:spPr>
  </cs:dataPointMarker>
  <cs:dataPointMarkerLayout/>
  <cs:dataPointWireframe>
    <cs:lnRef idx="1">
      <cs:styleClr val="auto"/>
    </cs:lnRef>
    <cs:fillRef idx="0"/>
    <cs:effectRef idx="0"/>
    <cs:fontRef idx="minor">
      <a:schemeClr val="tx1"/>
    </cs:fontRef>
    <cs:spPr>
      <a:ln>
        <a:round/>
      </a:ln>
    </cs:spPr>
  </cs:dataPointWireframe>
  <cs:dataTable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dataTable>
  <cs:downBar>
    <cs:lnRef idx="1">
      <a:schemeClr val="tx1"/>
    </cs:lnRef>
    <cs:fillRef idx="1">
      <a:schemeClr val="dk1">
        <a:tint val="95000"/>
      </a:schemeClr>
    </cs:fillRef>
    <cs:effectRef idx="0"/>
    <cs:fontRef idx="minor">
      <a:schemeClr val="tx1"/>
    </cs:fontRef>
    <cs:spPr>
      <a:ln>
        <a:round/>
      </a:ln>
    </cs:spPr>
  </cs:downBar>
  <cs:drop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dropLine>
  <cs:errorBar>
    <cs:lnRef idx="1">
      <a:schemeClr val="tx1"/>
    </cs:lnRef>
    <cs:fillRef idx="1">
      <a:schemeClr val="tx1"/>
    </cs:fillRef>
    <cs:effectRef idx="0"/>
    <cs:fontRef idx="minor">
      <a:schemeClr val="tx1"/>
    </cs:fontRef>
    <cs:spPr>
      <a:ln>
        <a:round/>
      </a:ln>
    </cs:spPr>
  </cs:errorBar>
  <cs:flo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floor>
  <cs:gridlineMaj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gridlineMajor>
  <cs:gridlineMinor>
    <cs:lnRef idx="1">
      <a:schemeClr val="tx1">
        <a:tint val="50000"/>
      </a:schemeClr>
    </cs:lnRef>
    <cs:fillRef idx="0"/>
    <cs:effectRef idx="0"/>
    <cs:fontRef idx="minor">
      <a:schemeClr val="tx1"/>
    </cs:fontRef>
    <cs:spPr>
      <a:ln>
        <a:round/>
      </a:ln>
    </cs:spPr>
  </cs:gridlineMinor>
  <cs:hiLo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hiLoLine>
  <cs:leader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leaderLine>
  <cs:legend>
    <cs:lnRef idx="0"/>
    <cs:fillRef idx="0"/>
    <cs:effectRef idx="0"/>
    <cs:fontRef idx="minor">
      <a:schemeClr val="tx1"/>
    </cs:fontRef>
    <cs:defRPr sz="1000" kern="1200"/>
  </cs:legend>
  <cs:plotArea mods="allowNoFillOverride allowNoLineOverride">
    <cs:lnRef idx="0"/>
    <cs:fillRef idx="1">
      <a:schemeClr val="bg1"/>
    </cs:fillRef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seriesAxis>
  <cs:series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seriesLine>
  <cs:title>
    <cs:lnRef idx="0"/>
    <cs:fillRef idx="0"/>
    <cs:effectRef idx="0"/>
    <cs:fontRef idx="minor">
      <a:schemeClr val="tx1"/>
    </cs:fontRef>
    <cs:defRPr sz="1800" b="1" kern="1200"/>
  </cs:title>
  <cs:trendline>
    <cs:lnRef idx="1">
      <a:schemeClr val="tx1"/>
    </cs:lnRef>
    <cs:fillRef idx="0"/>
    <cs:effectRef idx="0"/>
    <cs:fontRef idx="minor">
      <a:schemeClr val="tx1"/>
    </cs:fontRef>
    <cs:spPr>
      <a:ln cap="rnd">
        <a:round/>
      </a:ln>
    </cs:spPr>
  </cs:trendline>
  <cs:trendlineLabel>
    <cs:lnRef idx="0"/>
    <cs:fillRef idx="0"/>
    <cs:effectRef idx="0"/>
    <cs:fontRef idx="minor">
      <a:schemeClr val="tx1"/>
    </cs:fontRef>
    <cs:defRPr sz="1000" kern="1200"/>
  </cs:trendlineLabel>
  <cs:upBar>
    <cs:lnRef idx="1">
      <a:schemeClr val="tx1"/>
    </cs:lnRef>
    <cs:fillRef idx="1">
      <a:schemeClr val="dk1">
        <a:tint val="5000"/>
      </a:schemeClr>
    </cs:fillRef>
    <cs:effectRef idx="0"/>
    <cs:fontRef idx="minor">
      <a:schemeClr val="tx1"/>
    </cs:fontRef>
    <cs:spPr>
      <a:ln>
        <a:round/>
      </a:ln>
    </cs:spPr>
  </cs:upBar>
  <cs:value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valueAxis>
  <cs:wall>
    <cs:lnRef idx="0"/>
    <cs:fillRef idx="0"/>
    <cs:effectRef idx="0"/>
    <cs:fontRef idx="minor">
      <a:schemeClr val="tx1"/>
    </cs:fontRef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>
            <a:extLst>
              <a:ext uri="{FF2B5EF4-FFF2-40B4-BE49-F238E27FC236}">
                <a16:creationId xmlns:a16="http://schemas.microsoft.com/office/drawing/2014/main" id="{8F3ED38F-E442-F242-93BF-954EAF22C44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1" y="1"/>
            <a:ext cx="2918831" cy="495029"/>
          </a:xfrm>
          <a:prstGeom prst="rect">
            <a:avLst/>
          </a:prstGeom>
        </p:spPr>
        <p:txBody>
          <a:bodyPr vert="horz" lIns="91434" tIns="45717" rIns="91434" bIns="45717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FF964AC5-B44F-B44D-A081-2C5E2E9FCE1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15374" y="1"/>
            <a:ext cx="2918831" cy="495029"/>
          </a:xfrm>
          <a:prstGeom prst="rect">
            <a:avLst/>
          </a:prstGeom>
        </p:spPr>
        <p:txBody>
          <a:bodyPr vert="horz" lIns="91434" tIns="45717" rIns="91434" bIns="45717" rtlCol="0"/>
          <a:lstStyle>
            <a:lvl1pPr algn="r">
              <a:defRPr sz="1200"/>
            </a:lvl1pPr>
          </a:lstStyle>
          <a:p>
            <a:fld id="{FDCF1C0F-BDE8-1B4D-B791-EE3DE389992E}" type="datetimeFigureOut">
              <a:rPr kumimoji="1" lang="ja-JP" altLang="en-US" smtClean="0"/>
              <a:t>2026/4/5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4AF1615B-FEFA-F64E-8469-1D148A4EC70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1" y="9371286"/>
            <a:ext cx="2918831" cy="495028"/>
          </a:xfrm>
          <a:prstGeom prst="rect">
            <a:avLst/>
          </a:prstGeom>
        </p:spPr>
        <p:txBody>
          <a:bodyPr vert="horz" lIns="91434" tIns="45717" rIns="91434" bIns="45717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54D1739B-F8E5-F64E-AF0C-8D10A8E991C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15374" y="9371286"/>
            <a:ext cx="2918831" cy="495028"/>
          </a:xfrm>
          <a:prstGeom prst="rect">
            <a:avLst/>
          </a:prstGeom>
        </p:spPr>
        <p:txBody>
          <a:bodyPr vert="horz" lIns="91434" tIns="45717" rIns="91434" bIns="45717" rtlCol="0" anchor="b"/>
          <a:lstStyle>
            <a:lvl1pPr algn="r">
              <a:defRPr sz="1200"/>
            </a:lvl1pPr>
          </a:lstStyle>
          <a:p>
            <a:fld id="{41AFA831-1A6F-C54A-A579-C1F61DFC500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88219876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extLst>
    <p:ext uri="{56416CCD-93CA-4268-BC5B-53C4BB910035}">
      <p15:sldGuideLst xmlns:p15="http://schemas.microsoft.com/office/powerpoint/2012/main">
        <p15:guide id="1" orient="horz" pos="3107" userDrawn="1">
          <p15:clr>
            <a:srgbClr val="F26B43"/>
          </p15:clr>
        </p15:guide>
        <p15:guide id="2" pos="2121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2918831" cy="495029"/>
          </a:xfrm>
          <a:prstGeom prst="rect">
            <a:avLst/>
          </a:prstGeom>
        </p:spPr>
        <p:txBody>
          <a:bodyPr vert="horz" lIns="91434" tIns="45717" rIns="91434" bIns="45717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15374" y="1"/>
            <a:ext cx="2918831" cy="495029"/>
          </a:xfrm>
          <a:prstGeom prst="rect">
            <a:avLst/>
          </a:prstGeom>
        </p:spPr>
        <p:txBody>
          <a:bodyPr vert="horz" lIns="91434" tIns="45717" rIns="91434" bIns="45717" rtlCol="0"/>
          <a:lstStyle>
            <a:lvl1pPr algn="r">
              <a:defRPr sz="1200"/>
            </a:lvl1pPr>
          </a:lstStyle>
          <a:p>
            <a:fld id="{95C7B2B8-897D-B54B-8CE3-CF87C61C3945}" type="datetimeFigureOut">
              <a:rPr kumimoji="1" lang="ja-JP" altLang="en-US" smtClean="0"/>
              <a:t>2026/4/5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963613" y="1233488"/>
            <a:ext cx="4808537" cy="3328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34" tIns="45717" rIns="91434" bIns="45717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73577" y="4748164"/>
            <a:ext cx="5388610" cy="3884861"/>
          </a:xfrm>
          <a:prstGeom prst="rect">
            <a:avLst/>
          </a:prstGeom>
        </p:spPr>
        <p:txBody>
          <a:bodyPr vert="horz" lIns="91434" tIns="45717" rIns="91434" bIns="45717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1" y="9371286"/>
            <a:ext cx="2918831" cy="495028"/>
          </a:xfrm>
          <a:prstGeom prst="rect">
            <a:avLst/>
          </a:prstGeom>
        </p:spPr>
        <p:txBody>
          <a:bodyPr vert="horz" lIns="91434" tIns="45717" rIns="91434" bIns="45717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15374" y="9371286"/>
            <a:ext cx="2918831" cy="495028"/>
          </a:xfrm>
          <a:prstGeom prst="rect">
            <a:avLst/>
          </a:prstGeom>
        </p:spPr>
        <p:txBody>
          <a:bodyPr vert="horz" lIns="91434" tIns="45717" rIns="91434" bIns="45717" rtlCol="0" anchor="b"/>
          <a:lstStyle>
            <a:lvl1pPr algn="r">
              <a:defRPr sz="1200"/>
            </a:lvl1pPr>
          </a:lstStyle>
          <a:p>
            <a:fld id="{7A0268BC-E360-5A49-95B6-B56C380D750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626058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:notes"/>
          <p:cNvSpPr txBox="1">
            <a:spLocks noGrp="1"/>
          </p:cNvSpPr>
          <p:nvPr>
            <p:ph type="body" idx="1"/>
          </p:nvPr>
        </p:nvSpPr>
        <p:spPr>
          <a:xfrm>
            <a:off x="673577" y="4748164"/>
            <a:ext cx="5388610" cy="38848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>
              <a:latin typeface="MS PGothic"/>
              <a:ea typeface="MS PGothic"/>
              <a:cs typeface="MS PGothic"/>
              <a:sym typeface="MS PGothic"/>
            </a:endParaRPr>
          </a:p>
        </p:txBody>
      </p:sp>
      <p:sp>
        <p:nvSpPr>
          <p:cNvPr id="49" name="Google Shape;4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963613" y="1233488"/>
            <a:ext cx="4808537" cy="3328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emf"/><Relationship Id="rId5" Type="http://schemas.openxmlformats.org/officeDocument/2006/relationships/image" Target="../media/image4.emf"/><Relationship Id="rId4" Type="http://schemas.openxmlformats.org/officeDocument/2006/relationships/image" Target="../media/image3.jp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Date Placeholder 3">
            <a:extLst>
              <a:ext uri="{FF2B5EF4-FFF2-40B4-BE49-F238E27FC236}">
                <a16:creationId xmlns:a16="http://schemas.microsoft.com/office/drawing/2014/main" id="{88849693-FD16-A340-9C6C-0493B8E048B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229887" y="469787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0" i="0">
                <a:solidFill>
                  <a:srgbClr val="00295F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defRPr>
            </a:lvl1pPr>
          </a:lstStyle>
          <a:p>
            <a:fld id="{115EB66E-540F-0B43-A95A-8DC174F65664}" type="datetime4">
              <a:rPr kumimoji="1" lang="ja-JP" altLang="en-US" smtClean="0"/>
              <a:t>2026年4月5日</a:t>
            </a:fld>
            <a:endParaRPr kumimoji="1" lang="ja-JP" altLang="en-US" dirty="0"/>
          </a:p>
        </p:txBody>
      </p:sp>
      <p:sp>
        <p:nvSpPr>
          <p:cNvPr id="11" name="テキスト プレースホルダー 10">
            <a:extLst>
              <a:ext uri="{FF2B5EF4-FFF2-40B4-BE49-F238E27FC236}">
                <a16:creationId xmlns:a16="http://schemas.microsoft.com/office/drawing/2014/main" id="{00F83245-BA19-411D-B58E-53607FDF42C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57637" y="2359354"/>
            <a:ext cx="8801100" cy="262800"/>
          </a:xfrm>
          <a:prstGeom prst="rect">
            <a:avLst/>
          </a:prstGeom>
        </p:spPr>
        <p:txBody>
          <a:bodyPr/>
          <a:lstStyle>
            <a:lvl1pPr>
              <a:buNone/>
              <a:defRPr sz="1600">
                <a:latin typeface="游ゴシック" panose="020B0400000000000000" pitchFamily="50" charset="-128"/>
                <a:ea typeface="游ゴシック" panose="020B0400000000000000" pitchFamily="50" charset="-128"/>
              </a:defRPr>
            </a:lvl1pPr>
          </a:lstStyle>
          <a:p>
            <a:r>
              <a:rPr lang="en-US" altLang="ja-JP" dirty="0"/>
              <a:t>(</a:t>
            </a:r>
            <a:r>
              <a:rPr lang="ja-JP" altLang="en-US" dirty="0"/>
              <a:t>クライアント名</a:t>
            </a:r>
            <a:r>
              <a:rPr lang="en-US" altLang="ja-JP" dirty="0"/>
              <a:t>)  </a:t>
            </a:r>
            <a:r>
              <a:rPr lang="ja-JP" altLang="en-US" dirty="0"/>
              <a:t>御中</a:t>
            </a:r>
          </a:p>
        </p:txBody>
      </p:sp>
      <p:sp>
        <p:nvSpPr>
          <p:cNvPr id="13" name="テキスト プレースホルダー 12">
            <a:extLst>
              <a:ext uri="{FF2B5EF4-FFF2-40B4-BE49-F238E27FC236}">
                <a16:creationId xmlns:a16="http://schemas.microsoft.com/office/drawing/2014/main" id="{593A4D57-B7B2-4116-BD9C-9F2B2B1F725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57637" y="2725238"/>
            <a:ext cx="8801100" cy="1083011"/>
          </a:xfrm>
          <a:prstGeom prst="rect">
            <a:avLst/>
          </a:prstGeom>
        </p:spPr>
        <p:txBody>
          <a:bodyPr/>
          <a:lstStyle>
            <a:lvl1pPr>
              <a:buNone/>
              <a:defRPr sz="3000" b="1">
                <a:solidFill>
                  <a:srgbClr val="15608C"/>
                </a:solidFill>
                <a:latin typeface="+mn-ea"/>
                <a:ea typeface="+mn-ea"/>
              </a:defRPr>
            </a:lvl1pPr>
          </a:lstStyle>
          <a:p>
            <a:r>
              <a:rPr lang="ja-JP" altLang="en-US" b="1">
                <a:solidFill>
                  <a:srgbClr val="15608C"/>
                </a:solidFill>
                <a:latin typeface="Noto Sans CJK JP Bold" panose="020B0500000000000000" pitchFamily="34" charset="-128"/>
                <a:ea typeface="Noto Sans CJK JP Bold" panose="020B0500000000000000" pitchFamily="34" charset="-128"/>
              </a:rPr>
              <a:t>セミナータイトル</a:t>
            </a:r>
            <a:endParaRPr lang="en-US" altLang="ja-JP" b="1" dirty="0">
              <a:solidFill>
                <a:srgbClr val="15608C"/>
              </a:solidFill>
              <a:latin typeface="Noto Sans CJK JP Bold" panose="020B0500000000000000" pitchFamily="34" charset="-128"/>
              <a:ea typeface="Noto Sans CJK JP Bold" panose="020B0500000000000000" pitchFamily="34" charset="-128"/>
            </a:endParaRPr>
          </a:p>
          <a:p>
            <a:r>
              <a:rPr lang="en-US" altLang="ja-JP" b="1" dirty="0">
                <a:solidFill>
                  <a:srgbClr val="15608C"/>
                </a:solidFill>
                <a:latin typeface="Noto Sans CJK JP Bold" panose="020B0500000000000000" pitchFamily="34" charset="-128"/>
                <a:ea typeface="Noto Sans CJK JP Bold" panose="020B0500000000000000" pitchFamily="34" charset="-128"/>
              </a:rPr>
              <a:t>- </a:t>
            </a:r>
            <a:r>
              <a:rPr lang="ja-JP" altLang="en-US" b="1">
                <a:solidFill>
                  <a:srgbClr val="15608C"/>
                </a:solidFill>
                <a:latin typeface="Noto Sans CJK JP Bold" panose="020B0500000000000000" pitchFamily="34" charset="-128"/>
                <a:ea typeface="Noto Sans CJK JP Bold" panose="020B0500000000000000" pitchFamily="34" charset="-128"/>
              </a:rPr>
              <a:t>セミナーサブタイトル</a:t>
            </a:r>
            <a:r>
              <a:rPr lang="en-US" altLang="ja-JP" b="1" dirty="0">
                <a:solidFill>
                  <a:srgbClr val="15608C"/>
                </a:solidFill>
                <a:latin typeface="Noto Sans CJK JP Bold" panose="020B0500000000000000" pitchFamily="34" charset="-128"/>
                <a:ea typeface="Noto Sans CJK JP Bold" panose="020B0500000000000000" pitchFamily="34" charset="-128"/>
              </a:rPr>
              <a:t> -</a:t>
            </a:r>
          </a:p>
        </p:txBody>
      </p:sp>
      <p:sp>
        <p:nvSpPr>
          <p:cNvPr id="15" name="テキスト プレースホルダー 14">
            <a:extLst>
              <a:ext uri="{FF2B5EF4-FFF2-40B4-BE49-F238E27FC236}">
                <a16:creationId xmlns:a16="http://schemas.microsoft.com/office/drawing/2014/main" id="{0A30041F-4E6F-4C7C-86F0-F170E67D612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7637" y="3945703"/>
            <a:ext cx="8801100" cy="288000"/>
          </a:xfrm>
          <a:prstGeom prst="rect">
            <a:avLst/>
          </a:prstGeom>
        </p:spPr>
        <p:txBody>
          <a:bodyPr/>
          <a:lstStyle>
            <a:lvl1pPr>
              <a:buNone/>
              <a:defRPr sz="1800">
                <a:latin typeface="游ゴシック" panose="020B0400000000000000" pitchFamily="50" charset="-128"/>
                <a:ea typeface="游ゴシック" panose="020B0400000000000000" pitchFamily="50" charset="-128"/>
              </a:defRPr>
            </a:lvl1pPr>
          </a:lstStyle>
          <a:p>
            <a:r>
              <a:rPr lang="ja-JP" altLang="en-US" sz="1800">
                <a:solidFill>
                  <a:srgbClr val="548CAD"/>
                </a:solidFill>
              </a:rPr>
              <a:t>受講後アンケート</a:t>
            </a:r>
            <a:r>
              <a:rPr lang="en-US" altLang="ja-JP" sz="1800" dirty="0">
                <a:solidFill>
                  <a:srgbClr val="548CAD"/>
                </a:solidFill>
              </a:rPr>
              <a:t> </a:t>
            </a:r>
            <a:r>
              <a:rPr lang="ja-JP" altLang="en-US" sz="1800">
                <a:solidFill>
                  <a:srgbClr val="548CAD"/>
                </a:solidFill>
              </a:rPr>
              <a:t>回答結果レポート</a:t>
            </a:r>
            <a:endParaRPr lang="ja-JP" altLang="en-US" sz="1800" dirty="0">
              <a:solidFill>
                <a:srgbClr val="548CAD"/>
              </a:solidFill>
            </a:endParaRPr>
          </a:p>
        </p:txBody>
      </p:sp>
      <p:pic>
        <p:nvPicPr>
          <p:cNvPr id="2" name="図 1">
            <a:extLst>
              <a:ext uri="{FF2B5EF4-FFF2-40B4-BE49-F238E27FC236}">
                <a16:creationId xmlns:a16="http://schemas.microsoft.com/office/drawing/2014/main" id="{27DEED3B-86DF-DD64-9A80-F72FB98830C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489700"/>
            <a:ext cx="9906000" cy="368300"/>
          </a:xfrm>
          <a:prstGeom prst="rect">
            <a:avLst/>
          </a:prstGeom>
        </p:spPr>
      </p:pic>
      <p:pic>
        <p:nvPicPr>
          <p:cNvPr id="3" name="図 2">
            <a:extLst>
              <a:ext uri="{FF2B5EF4-FFF2-40B4-BE49-F238E27FC236}">
                <a16:creationId xmlns:a16="http://schemas.microsoft.com/office/drawing/2014/main" id="{CC3FB971-88D6-D4CB-A546-DE0B48F5DFA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913721" y="6618947"/>
            <a:ext cx="1943100" cy="101600"/>
          </a:xfrm>
          <a:prstGeom prst="rect">
            <a:avLst/>
          </a:prstGeom>
        </p:spPr>
      </p:pic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B954A3CF-0E20-B3DC-B924-1B05635796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30899" y="6492875"/>
            <a:ext cx="609282" cy="365125"/>
          </a:xfrm>
          <a:prstGeom prst="rect">
            <a:avLst/>
          </a:prstGeom>
        </p:spPr>
        <p:txBody>
          <a:bodyPr/>
          <a:lstStyle>
            <a:lvl1pPr algn="r">
              <a:defRPr sz="1200" b="0" i="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fld id="{79CA93EA-E741-6147-A020-AC21E298E377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  <p:pic>
        <p:nvPicPr>
          <p:cNvPr id="4" name="図 3" descr="ロゴ, 会社名&#10;&#10;自動的に生成された説明">
            <a:extLst>
              <a:ext uri="{FF2B5EF4-FFF2-40B4-BE49-F238E27FC236}">
                <a16:creationId xmlns:a16="http://schemas.microsoft.com/office/drawing/2014/main" id="{D586703F-49C8-7819-FB6B-0B1BBC914BB2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58451" y="242347"/>
            <a:ext cx="1816100" cy="1892300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4A2B02EA-8AC9-54D8-CBE0-A1597911490A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560388" y="5776011"/>
            <a:ext cx="5803900" cy="292100"/>
          </a:xfrm>
          <a:prstGeom prst="rect">
            <a:avLst/>
          </a:prstGeom>
        </p:spPr>
      </p:pic>
      <p:pic>
        <p:nvPicPr>
          <p:cNvPr id="6" name="図 5">
            <a:extLst>
              <a:ext uri="{FF2B5EF4-FFF2-40B4-BE49-F238E27FC236}">
                <a16:creationId xmlns:a16="http://schemas.microsoft.com/office/drawing/2014/main" id="{4BF4B241-EA24-BDE2-3A2E-97AFA5F23587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7853085" y="5053979"/>
            <a:ext cx="1473200" cy="19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80828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サマ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3838DB61-91BE-65E6-448B-D670CC48B4F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A93EA-E741-6147-A020-AC21E298E377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93D17ED5-2F5D-DD44-FC29-6131984B49B3}"/>
              </a:ext>
            </a:extLst>
          </p:cNvPr>
          <p:cNvSpPr/>
          <p:nvPr userDrawn="1"/>
        </p:nvSpPr>
        <p:spPr>
          <a:xfrm>
            <a:off x="453025" y="908050"/>
            <a:ext cx="2880000" cy="407912"/>
          </a:xfrm>
          <a:prstGeom prst="rect">
            <a:avLst/>
          </a:prstGeom>
          <a:solidFill>
            <a:srgbClr val="15608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050" b="1">
                <a:solidFill>
                  <a:schemeClr val="bg1"/>
                </a:solidFill>
              </a:rPr>
              <a:t>申込者数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0A6D6555-6518-1BC6-A0F8-8F75C391D131}"/>
              </a:ext>
            </a:extLst>
          </p:cNvPr>
          <p:cNvSpPr/>
          <p:nvPr userDrawn="1"/>
        </p:nvSpPr>
        <p:spPr>
          <a:xfrm>
            <a:off x="3513000" y="908050"/>
            <a:ext cx="2880000" cy="407912"/>
          </a:xfrm>
          <a:prstGeom prst="rect">
            <a:avLst/>
          </a:prstGeom>
          <a:solidFill>
            <a:srgbClr val="15608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050" b="1">
                <a:solidFill>
                  <a:schemeClr val="bg1"/>
                </a:solidFill>
              </a:rPr>
              <a:t>実際の受講者数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A429B0F1-2237-4B4C-7BAD-724EAFAE71B3}"/>
              </a:ext>
            </a:extLst>
          </p:cNvPr>
          <p:cNvSpPr/>
          <p:nvPr userDrawn="1"/>
        </p:nvSpPr>
        <p:spPr>
          <a:xfrm>
            <a:off x="6573563" y="908050"/>
            <a:ext cx="2880000" cy="407912"/>
          </a:xfrm>
          <a:prstGeom prst="rect">
            <a:avLst/>
          </a:prstGeom>
          <a:solidFill>
            <a:srgbClr val="15608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050" b="1">
                <a:solidFill>
                  <a:schemeClr val="bg1"/>
                </a:solidFill>
              </a:rPr>
              <a:t>アンケート回答総数</a:t>
            </a: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97C0C412-D432-57C4-9538-E59422C8727D}"/>
              </a:ext>
            </a:extLst>
          </p:cNvPr>
          <p:cNvSpPr/>
          <p:nvPr userDrawn="1"/>
        </p:nvSpPr>
        <p:spPr>
          <a:xfrm>
            <a:off x="463415" y="4510366"/>
            <a:ext cx="8990148" cy="407912"/>
          </a:xfrm>
          <a:prstGeom prst="rect">
            <a:avLst/>
          </a:prstGeom>
          <a:solidFill>
            <a:srgbClr val="15608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050" b="1">
                <a:solidFill>
                  <a:schemeClr val="bg1"/>
                </a:solidFill>
              </a:rPr>
              <a:t>アンケート 回答サマリー</a:t>
            </a:r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6377E1D0-CB2D-4866-4194-308F7BF5D394}"/>
              </a:ext>
            </a:extLst>
          </p:cNvPr>
          <p:cNvSpPr/>
          <p:nvPr userDrawn="1"/>
        </p:nvSpPr>
        <p:spPr>
          <a:xfrm>
            <a:off x="478411" y="5067240"/>
            <a:ext cx="2749631" cy="1151872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63500" sx="102000" sy="102000" algn="ctr" rotWithShape="0">
              <a:prstClr val="black">
                <a:alpha val="2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9" name="Rectangle 9">
            <a:extLst>
              <a:ext uri="{FF2B5EF4-FFF2-40B4-BE49-F238E27FC236}">
                <a16:creationId xmlns:a16="http://schemas.microsoft.com/office/drawing/2014/main" id="{840A1111-E086-3701-4112-80D6316FADE6}"/>
              </a:ext>
            </a:extLst>
          </p:cNvPr>
          <p:cNvSpPr/>
          <p:nvPr userDrawn="1"/>
        </p:nvSpPr>
        <p:spPr>
          <a:xfrm>
            <a:off x="3578184" y="5067240"/>
            <a:ext cx="2749631" cy="1151872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63500" sx="102000" sy="102000" algn="ctr" rotWithShape="0">
              <a:prstClr val="black">
                <a:alpha val="2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10" name="Rectangle 12">
            <a:extLst>
              <a:ext uri="{FF2B5EF4-FFF2-40B4-BE49-F238E27FC236}">
                <a16:creationId xmlns:a16="http://schemas.microsoft.com/office/drawing/2014/main" id="{7FB336BD-009C-92C1-250E-3CDA21C1DFB0}"/>
              </a:ext>
            </a:extLst>
          </p:cNvPr>
          <p:cNvSpPr/>
          <p:nvPr userDrawn="1"/>
        </p:nvSpPr>
        <p:spPr>
          <a:xfrm>
            <a:off x="6706368" y="5067240"/>
            <a:ext cx="2749631" cy="1151872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63500" sx="102000" sy="102000" algn="ctr" rotWithShape="0">
              <a:prstClr val="black">
                <a:alpha val="2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ACEBD2A1-DC61-D230-4EEA-33D05A91C6C7}"/>
              </a:ext>
            </a:extLst>
          </p:cNvPr>
          <p:cNvSpPr/>
          <p:nvPr userDrawn="1"/>
        </p:nvSpPr>
        <p:spPr>
          <a:xfrm>
            <a:off x="452438" y="373044"/>
            <a:ext cx="137444" cy="371160"/>
          </a:xfrm>
          <a:prstGeom prst="rect">
            <a:avLst/>
          </a:prstGeom>
          <a:solidFill>
            <a:srgbClr val="1560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12" name="コンテンツ プレースホルダー 2">
            <a:extLst>
              <a:ext uri="{FF2B5EF4-FFF2-40B4-BE49-F238E27FC236}">
                <a16:creationId xmlns:a16="http://schemas.microsoft.com/office/drawing/2014/main" id="{DDC38509-FBE5-DC16-1B66-C2DC09B0B37F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89882" y="383841"/>
            <a:ext cx="8863681" cy="37116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0" i="0">
                <a:solidFill>
                  <a:srgbClr val="15608C"/>
                </a:solidFill>
                <a:latin typeface="Yu Gothic" panose="020B0400000000000000" pitchFamily="34" charset="-128"/>
                <a:ea typeface="Yu Gothic" panose="020B0400000000000000" pitchFamily="34" charset="-128"/>
              </a:defRPr>
            </a:lvl1pPr>
          </a:lstStyle>
          <a:p>
            <a:pPr lvl="0"/>
            <a:r>
              <a:rPr kumimoji="1" lang="ja-JP" altLang="en-US" dirty="0"/>
              <a:t>タイトル</a:t>
            </a:r>
            <a:r>
              <a:rPr kumimoji="1" lang="en-US" altLang="ja-JP" dirty="0"/>
              <a:t>(</a:t>
            </a:r>
            <a:r>
              <a:rPr kumimoji="1" lang="ja-JP" altLang="en-US" dirty="0"/>
              <a:t>論点・問い</a:t>
            </a:r>
            <a:r>
              <a:rPr kumimoji="1" lang="en-US" altLang="ja-JP" dirty="0"/>
              <a:t>)</a:t>
            </a:r>
            <a:endParaRPr kumimoji="1" lang="ja-JP" altLang="en-US" dirty="0"/>
          </a:p>
        </p:txBody>
      </p:sp>
      <p:sp>
        <p:nvSpPr>
          <p:cNvPr id="13" name="グラフ プレースホルダー 25">
            <a:extLst>
              <a:ext uri="{FF2B5EF4-FFF2-40B4-BE49-F238E27FC236}">
                <a16:creationId xmlns:a16="http://schemas.microsoft.com/office/drawing/2014/main" id="{00E4212A-D938-5363-5F92-CF1CD0E2BBFA}"/>
              </a:ext>
            </a:extLst>
          </p:cNvPr>
          <p:cNvSpPr>
            <a:spLocks noGrp="1"/>
          </p:cNvSpPr>
          <p:nvPr>
            <p:ph type="chart" sz="quarter" idx="12"/>
          </p:nvPr>
        </p:nvSpPr>
        <p:spPr>
          <a:xfrm>
            <a:off x="452438" y="1412776"/>
            <a:ext cx="2880000" cy="2898775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14" name="グラフ プレースホルダー 25">
            <a:extLst>
              <a:ext uri="{FF2B5EF4-FFF2-40B4-BE49-F238E27FC236}">
                <a16:creationId xmlns:a16="http://schemas.microsoft.com/office/drawing/2014/main" id="{68926C58-3FA4-6099-A712-3FAD737023A6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3512999" y="1412775"/>
            <a:ext cx="2880000" cy="2898775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15" name="グラフ プレースホルダー 25">
            <a:extLst>
              <a:ext uri="{FF2B5EF4-FFF2-40B4-BE49-F238E27FC236}">
                <a16:creationId xmlns:a16="http://schemas.microsoft.com/office/drawing/2014/main" id="{72784311-B941-DAD9-9852-1FA39F684471}"/>
              </a:ext>
            </a:extLst>
          </p:cNvPr>
          <p:cNvSpPr>
            <a:spLocks noGrp="1"/>
          </p:cNvSpPr>
          <p:nvPr>
            <p:ph type="chart" sz="quarter" idx="14"/>
          </p:nvPr>
        </p:nvSpPr>
        <p:spPr>
          <a:xfrm>
            <a:off x="6573563" y="1400537"/>
            <a:ext cx="2880000" cy="2898775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16" name="テキスト プレースホルダー 29">
            <a:extLst>
              <a:ext uri="{FF2B5EF4-FFF2-40B4-BE49-F238E27FC236}">
                <a16:creationId xmlns:a16="http://schemas.microsoft.com/office/drawing/2014/main" id="{69C945B8-8797-5484-50ED-8721CCD9336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9330" y="5199003"/>
            <a:ext cx="2507791" cy="246221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1000" b="1">
                <a:solidFill>
                  <a:srgbClr val="192048"/>
                </a:solidFill>
              </a:defRPr>
            </a:lvl1pPr>
          </a:lstStyle>
          <a:p>
            <a:pPr lvl="0"/>
            <a:r>
              <a:rPr kumimoji="1" lang="ja-JP" altLang="en-US"/>
              <a:t>部署</a:t>
            </a:r>
          </a:p>
        </p:txBody>
      </p:sp>
      <p:sp>
        <p:nvSpPr>
          <p:cNvPr id="17" name="テキスト プレースホルダー 29">
            <a:extLst>
              <a:ext uri="{FF2B5EF4-FFF2-40B4-BE49-F238E27FC236}">
                <a16:creationId xmlns:a16="http://schemas.microsoft.com/office/drawing/2014/main" id="{C28F5966-2956-C6A0-89FB-6FA0EFF095A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99330" y="5601000"/>
            <a:ext cx="2507791" cy="531401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spcBef>
                <a:spcPts val="400"/>
              </a:spcBef>
              <a:buNone/>
              <a:defRPr sz="1200" b="1">
                <a:solidFill>
                  <a:srgbClr val="192048"/>
                </a:solidFill>
              </a:defRPr>
            </a:lvl1pPr>
          </a:lstStyle>
          <a:p>
            <a:pPr lvl="0"/>
            <a:r>
              <a:rPr kumimoji="1" lang="ja-JP" altLang="en-US"/>
              <a:t>最多：</a:t>
            </a:r>
            <a:r>
              <a:rPr kumimoji="1" lang="en-US" altLang="ja-JP" dirty="0"/>
              <a:t>xx</a:t>
            </a:r>
          </a:p>
          <a:p>
            <a:pPr lvl="0"/>
            <a:r>
              <a:rPr kumimoji="1" lang="en-US" altLang="ja-JP" dirty="0"/>
              <a:t>(5%)</a:t>
            </a:r>
            <a:endParaRPr kumimoji="1" lang="ja-JP" altLang="en-US"/>
          </a:p>
        </p:txBody>
      </p:sp>
      <p:sp>
        <p:nvSpPr>
          <p:cNvPr id="18" name="テキスト プレースホルダー 29">
            <a:extLst>
              <a:ext uri="{FF2B5EF4-FFF2-40B4-BE49-F238E27FC236}">
                <a16:creationId xmlns:a16="http://schemas.microsoft.com/office/drawing/2014/main" id="{02BE50EA-62E3-B158-D564-D94EDE86EAA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699104" y="5199003"/>
            <a:ext cx="2507791" cy="246221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1000" b="1">
                <a:solidFill>
                  <a:srgbClr val="192048"/>
                </a:solidFill>
              </a:defRPr>
            </a:lvl1pPr>
          </a:lstStyle>
          <a:p>
            <a:pPr lvl="0"/>
            <a:r>
              <a:rPr kumimoji="1" lang="ja-JP" altLang="en-US"/>
              <a:t>役職</a:t>
            </a:r>
          </a:p>
        </p:txBody>
      </p:sp>
      <p:sp>
        <p:nvSpPr>
          <p:cNvPr id="19" name="テキスト プレースホルダー 29">
            <a:extLst>
              <a:ext uri="{FF2B5EF4-FFF2-40B4-BE49-F238E27FC236}">
                <a16:creationId xmlns:a16="http://schemas.microsoft.com/office/drawing/2014/main" id="{424689C6-4805-C6B7-7E6D-79B3185B3D8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699104" y="5601000"/>
            <a:ext cx="2507791" cy="531401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spcBef>
                <a:spcPts val="400"/>
              </a:spcBef>
              <a:buNone/>
              <a:defRPr sz="1200" b="1">
                <a:solidFill>
                  <a:srgbClr val="192048"/>
                </a:solidFill>
              </a:defRPr>
            </a:lvl1pPr>
          </a:lstStyle>
          <a:p>
            <a:pPr lvl="0"/>
            <a:r>
              <a:rPr kumimoji="1" lang="ja-JP" altLang="en-US"/>
              <a:t>最多：</a:t>
            </a:r>
            <a:r>
              <a:rPr kumimoji="1" lang="en-US" altLang="ja-JP" dirty="0"/>
              <a:t>xx</a:t>
            </a:r>
          </a:p>
          <a:p>
            <a:pPr lvl="0"/>
            <a:r>
              <a:rPr kumimoji="1" lang="en-US" altLang="ja-JP" dirty="0"/>
              <a:t>(5%)</a:t>
            </a:r>
            <a:endParaRPr kumimoji="1" lang="ja-JP" altLang="en-US"/>
          </a:p>
        </p:txBody>
      </p:sp>
      <p:sp>
        <p:nvSpPr>
          <p:cNvPr id="20" name="テキスト プレースホルダー 29">
            <a:extLst>
              <a:ext uri="{FF2B5EF4-FFF2-40B4-BE49-F238E27FC236}">
                <a16:creationId xmlns:a16="http://schemas.microsoft.com/office/drawing/2014/main" id="{B20A063B-87D9-ED5C-9D68-4A3ABA0923A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842901" y="5601594"/>
            <a:ext cx="2507791" cy="531401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spcBef>
                <a:spcPts val="400"/>
              </a:spcBef>
              <a:buNone/>
              <a:defRPr sz="1200" b="1">
                <a:solidFill>
                  <a:srgbClr val="192048"/>
                </a:solidFill>
              </a:defRPr>
            </a:lvl1pPr>
          </a:lstStyle>
          <a:p>
            <a:pPr lvl="0"/>
            <a:r>
              <a:rPr kumimoji="1" lang="ja-JP" altLang="en-US"/>
              <a:t>最多：大変参考になった</a:t>
            </a:r>
            <a:endParaRPr kumimoji="1" lang="en-US" altLang="ja-JP" dirty="0"/>
          </a:p>
          <a:p>
            <a:pPr lvl="0"/>
            <a:r>
              <a:rPr kumimoji="1" lang="en-US" altLang="ja-JP" dirty="0"/>
              <a:t>(80%)</a:t>
            </a:r>
            <a:endParaRPr kumimoji="1" lang="ja-JP" altLang="en-US"/>
          </a:p>
        </p:txBody>
      </p:sp>
      <p:sp>
        <p:nvSpPr>
          <p:cNvPr id="21" name="テキスト プレースホルダー 29">
            <a:extLst>
              <a:ext uri="{FF2B5EF4-FFF2-40B4-BE49-F238E27FC236}">
                <a16:creationId xmlns:a16="http://schemas.microsoft.com/office/drawing/2014/main" id="{7BB28DCF-C151-62D0-2DDE-9C63DA3C4F2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42901" y="5199003"/>
            <a:ext cx="2507791" cy="246221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1000" b="1">
                <a:solidFill>
                  <a:srgbClr val="192048"/>
                </a:solidFill>
              </a:defRPr>
            </a:lvl1pPr>
          </a:lstStyle>
          <a:p>
            <a:pPr lvl="0"/>
            <a:r>
              <a:rPr kumimoji="1" lang="ja-JP" altLang="en-US"/>
              <a:t>本セミナー全体を通じての感想</a:t>
            </a:r>
          </a:p>
        </p:txBody>
      </p:sp>
    </p:spTree>
    <p:extLst>
      <p:ext uri="{BB962C8B-B14F-4D97-AF65-F5344CB8AC3E}">
        <p14:creationId xmlns:p14="http://schemas.microsoft.com/office/powerpoint/2010/main" val="35132517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アンケート結果（グラフ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6FC38CCF-DF17-614A-9561-A482D013E2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30899" y="6492875"/>
            <a:ext cx="609282" cy="365125"/>
          </a:xfrm>
          <a:prstGeom prst="rect">
            <a:avLst/>
          </a:prstGeom>
        </p:spPr>
        <p:txBody>
          <a:bodyPr/>
          <a:lstStyle>
            <a:lvl1pPr algn="r">
              <a:defRPr sz="1200" b="0" i="0">
                <a:solidFill>
                  <a:schemeClr val="bg1"/>
                </a:solidFill>
                <a:latin typeface="Noto Sans CJK JP Medium" panose="020B0500000000000000" pitchFamily="34" charset="-128"/>
                <a:ea typeface="Noto Sans CJK JP Medium" panose="020B0500000000000000" pitchFamily="34" charset="-128"/>
              </a:defRPr>
            </a:lvl1pPr>
          </a:lstStyle>
          <a:p>
            <a:fld id="{79CA93EA-E741-6147-A020-AC21E298E377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21F7756B-71F5-A341-8F69-F83004A21767}"/>
              </a:ext>
            </a:extLst>
          </p:cNvPr>
          <p:cNvSpPr/>
          <p:nvPr userDrawn="1"/>
        </p:nvSpPr>
        <p:spPr>
          <a:xfrm>
            <a:off x="452438" y="373044"/>
            <a:ext cx="137444" cy="371160"/>
          </a:xfrm>
          <a:prstGeom prst="rect">
            <a:avLst/>
          </a:prstGeom>
          <a:solidFill>
            <a:srgbClr val="1560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72B84DE-00A9-DA44-AAFE-ABF9DFBA3A12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589882" y="383841"/>
            <a:ext cx="8863681" cy="37116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0" i="0">
                <a:solidFill>
                  <a:srgbClr val="15608C"/>
                </a:solidFill>
                <a:latin typeface="Yu Gothic" panose="020B0400000000000000" pitchFamily="34" charset="-128"/>
                <a:ea typeface="Yu Gothic" panose="020B0400000000000000" pitchFamily="34" charset="-128"/>
              </a:defRPr>
            </a:lvl1pPr>
          </a:lstStyle>
          <a:p>
            <a:pPr lvl="0"/>
            <a:r>
              <a:rPr kumimoji="1" lang="ja-JP" altLang="en-US" dirty="0"/>
              <a:t>タイトル</a:t>
            </a:r>
            <a:r>
              <a:rPr kumimoji="1" lang="en-US" altLang="ja-JP" dirty="0"/>
              <a:t>(</a:t>
            </a:r>
            <a:r>
              <a:rPr kumimoji="1" lang="ja-JP" altLang="en-US" dirty="0"/>
              <a:t>論点・問い</a:t>
            </a:r>
            <a:r>
              <a:rPr kumimoji="1" lang="en-US" altLang="ja-JP" dirty="0"/>
              <a:t>)</a:t>
            </a:r>
            <a:endParaRPr kumimoji="1" lang="ja-JP" altLang="en-US" dirty="0"/>
          </a:p>
        </p:txBody>
      </p:sp>
      <p:sp>
        <p:nvSpPr>
          <p:cNvPr id="5" name="グラフ プレースホルダー 4">
            <a:extLst>
              <a:ext uri="{FF2B5EF4-FFF2-40B4-BE49-F238E27FC236}">
                <a16:creationId xmlns:a16="http://schemas.microsoft.com/office/drawing/2014/main" id="{EBE65A07-C70A-5E52-1BB5-CBF99D057780}"/>
              </a:ext>
            </a:extLst>
          </p:cNvPr>
          <p:cNvSpPr>
            <a:spLocks noGrp="1"/>
          </p:cNvSpPr>
          <p:nvPr>
            <p:ph type="chart" sz="quarter" idx="14"/>
          </p:nvPr>
        </p:nvSpPr>
        <p:spPr>
          <a:xfrm>
            <a:off x="452438" y="1125538"/>
            <a:ext cx="4500562" cy="4823742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6" name="グラフ プレースホルダー 4">
            <a:extLst>
              <a:ext uri="{FF2B5EF4-FFF2-40B4-BE49-F238E27FC236}">
                <a16:creationId xmlns:a16="http://schemas.microsoft.com/office/drawing/2014/main" id="{B3770223-60E8-4C45-3FF5-0C1DD1DFC9BB}"/>
              </a:ext>
            </a:extLst>
          </p:cNvPr>
          <p:cNvSpPr>
            <a:spLocks noGrp="1"/>
          </p:cNvSpPr>
          <p:nvPr>
            <p:ph type="chart" sz="quarter" idx="15"/>
          </p:nvPr>
        </p:nvSpPr>
        <p:spPr>
          <a:xfrm>
            <a:off x="4953000" y="1125538"/>
            <a:ext cx="4500562" cy="4823742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7" name="テキスト プレースホルダー 12">
            <a:extLst>
              <a:ext uri="{FF2B5EF4-FFF2-40B4-BE49-F238E27FC236}">
                <a16:creationId xmlns:a16="http://schemas.microsoft.com/office/drawing/2014/main" id="{BB7AAB17-A294-2648-52F6-E5EFAE2DC27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655356" y="6109952"/>
            <a:ext cx="1798206" cy="222250"/>
          </a:xfrm>
          <a:prstGeom prst="rect">
            <a:avLst/>
          </a:prstGeom>
        </p:spPr>
        <p:txBody>
          <a:bodyPr anchor="ctr"/>
          <a:lstStyle>
            <a:lvl1pPr algn="r">
              <a:buNone/>
              <a:defRPr sz="1000" b="1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</a:defRPr>
            </a:lvl1pPr>
          </a:lstStyle>
          <a:p>
            <a:pPr lvl="0"/>
            <a:r>
              <a:rPr kumimoji="1" lang="ja-JP" altLang="en-US"/>
              <a:t>回答数：</a:t>
            </a:r>
            <a:r>
              <a:rPr kumimoji="1" lang="en-US" altLang="ja-JP" dirty="0"/>
              <a:t>xx / xx </a:t>
            </a:r>
            <a:r>
              <a:rPr kumimoji="1" lang="ja-JP" altLang="en-US"/>
              <a:t>名</a:t>
            </a:r>
          </a:p>
        </p:txBody>
      </p:sp>
    </p:spTree>
    <p:extLst>
      <p:ext uri="{BB962C8B-B14F-4D97-AF65-F5344CB8AC3E}">
        <p14:creationId xmlns:p14="http://schemas.microsoft.com/office/powerpoint/2010/main" val="3353945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アンケート結果（表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6FC38CCF-DF17-614A-9561-A482D013E2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30899" y="6492875"/>
            <a:ext cx="609282" cy="365125"/>
          </a:xfrm>
          <a:prstGeom prst="rect">
            <a:avLst/>
          </a:prstGeom>
        </p:spPr>
        <p:txBody>
          <a:bodyPr/>
          <a:lstStyle>
            <a:lvl1pPr algn="r">
              <a:defRPr sz="1200" b="0" i="0">
                <a:solidFill>
                  <a:schemeClr val="bg1"/>
                </a:solidFill>
                <a:latin typeface="Noto Sans CJK JP Medium" panose="020B0500000000000000" pitchFamily="34" charset="-128"/>
                <a:ea typeface="Noto Sans CJK JP Medium" panose="020B0500000000000000" pitchFamily="34" charset="-128"/>
              </a:defRPr>
            </a:lvl1pPr>
          </a:lstStyle>
          <a:p>
            <a:fld id="{79CA93EA-E741-6147-A020-AC21E298E377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21F7756B-71F5-A341-8F69-F83004A21767}"/>
              </a:ext>
            </a:extLst>
          </p:cNvPr>
          <p:cNvSpPr/>
          <p:nvPr userDrawn="1"/>
        </p:nvSpPr>
        <p:spPr>
          <a:xfrm>
            <a:off x="452438" y="373044"/>
            <a:ext cx="137444" cy="371160"/>
          </a:xfrm>
          <a:prstGeom prst="rect">
            <a:avLst/>
          </a:prstGeom>
          <a:solidFill>
            <a:srgbClr val="1560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72B84DE-00A9-DA44-AAFE-ABF9DFBA3A12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589882" y="383841"/>
            <a:ext cx="8863681" cy="37116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0" i="0">
                <a:solidFill>
                  <a:srgbClr val="15608C"/>
                </a:solidFill>
                <a:latin typeface="Yu Gothic" panose="020B0400000000000000" pitchFamily="34" charset="-128"/>
                <a:ea typeface="Yu Gothic" panose="020B0400000000000000" pitchFamily="34" charset="-128"/>
              </a:defRPr>
            </a:lvl1pPr>
          </a:lstStyle>
          <a:p>
            <a:pPr lvl="0"/>
            <a:r>
              <a:rPr kumimoji="1" lang="ja-JP" altLang="en-US" dirty="0"/>
              <a:t>タイトル</a:t>
            </a:r>
            <a:r>
              <a:rPr kumimoji="1" lang="en-US" altLang="ja-JP" dirty="0"/>
              <a:t>(</a:t>
            </a:r>
            <a:r>
              <a:rPr kumimoji="1" lang="ja-JP" altLang="en-US" dirty="0"/>
              <a:t>論点・問い</a:t>
            </a:r>
            <a:r>
              <a:rPr kumimoji="1" lang="en-US" altLang="ja-JP" dirty="0"/>
              <a:t>)</a:t>
            </a:r>
            <a:endParaRPr kumimoji="1" lang="ja-JP" altLang="en-US" dirty="0"/>
          </a:p>
        </p:txBody>
      </p:sp>
      <p:sp>
        <p:nvSpPr>
          <p:cNvPr id="7" name="テキスト プレースホルダー 12">
            <a:extLst>
              <a:ext uri="{FF2B5EF4-FFF2-40B4-BE49-F238E27FC236}">
                <a16:creationId xmlns:a16="http://schemas.microsoft.com/office/drawing/2014/main" id="{BB7AAB17-A294-2648-52F6-E5EFAE2DC27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655356" y="6109952"/>
            <a:ext cx="1798206" cy="222250"/>
          </a:xfrm>
          <a:prstGeom prst="rect">
            <a:avLst/>
          </a:prstGeom>
        </p:spPr>
        <p:txBody>
          <a:bodyPr anchor="ctr"/>
          <a:lstStyle>
            <a:lvl1pPr algn="r">
              <a:buNone/>
              <a:defRPr sz="1000" b="1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</a:defRPr>
            </a:lvl1pPr>
          </a:lstStyle>
          <a:p>
            <a:pPr lvl="0"/>
            <a:r>
              <a:rPr kumimoji="1" lang="ja-JP" altLang="en-US"/>
              <a:t>回答数：</a:t>
            </a:r>
            <a:r>
              <a:rPr kumimoji="1" lang="en-US" altLang="ja-JP" dirty="0"/>
              <a:t>xx / xx </a:t>
            </a:r>
            <a:r>
              <a:rPr kumimoji="1" lang="ja-JP" altLang="en-US"/>
              <a:t>名</a:t>
            </a:r>
          </a:p>
        </p:txBody>
      </p:sp>
      <p:sp>
        <p:nvSpPr>
          <p:cNvPr id="4" name="表プレースホルダー 3">
            <a:extLst>
              <a:ext uri="{FF2B5EF4-FFF2-40B4-BE49-F238E27FC236}">
                <a16:creationId xmlns:a16="http://schemas.microsoft.com/office/drawing/2014/main" id="{48C1A6B9-293B-E04B-389F-5B0DC613E9D1}"/>
              </a:ext>
            </a:extLst>
          </p:cNvPr>
          <p:cNvSpPr>
            <a:spLocks noGrp="1"/>
          </p:cNvSpPr>
          <p:nvPr>
            <p:ph type="tbl" sz="quarter" idx="15"/>
          </p:nvPr>
        </p:nvSpPr>
        <p:spPr>
          <a:xfrm>
            <a:off x="452438" y="1052736"/>
            <a:ext cx="9001124" cy="4897214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594116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セクションタイトル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>
            <a:extLst>
              <a:ext uri="{FF2B5EF4-FFF2-40B4-BE49-F238E27FC236}">
                <a16:creationId xmlns:a16="http://schemas.microsoft.com/office/drawing/2014/main" id="{BE306C5B-B65D-D84C-902A-616DC79AE86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99392"/>
            <a:ext cx="9906000" cy="6957392"/>
          </a:xfrm>
          <a:prstGeom prst="rect">
            <a:avLst/>
          </a:prstGeom>
        </p:spPr>
      </p:pic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D852C55E-3314-779F-8831-0901F3D13C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30899" y="6492875"/>
            <a:ext cx="609282" cy="365125"/>
          </a:xfrm>
          <a:prstGeom prst="rect">
            <a:avLst/>
          </a:prstGeom>
        </p:spPr>
        <p:txBody>
          <a:bodyPr/>
          <a:lstStyle>
            <a:lvl1pPr algn="r">
              <a:defRPr sz="1200" b="0" i="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fld id="{79CA93EA-E741-6147-A020-AC21E298E377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1FB88BEF-410A-4A3E-7711-2A9C496E479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913721" y="6618947"/>
            <a:ext cx="1943100" cy="101600"/>
          </a:xfrm>
          <a:prstGeom prst="rect">
            <a:avLst/>
          </a:prstGeom>
        </p:spPr>
      </p:pic>
      <p:sp>
        <p:nvSpPr>
          <p:cNvPr id="7" name="コンテンツ プレースホルダー 2">
            <a:extLst>
              <a:ext uri="{FF2B5EF4-FFF2-40B4-BE49-F238E27FC236}">
                <a16:creationId xmlns:a16="http://schemas.microsoft.com/office/drawing/2014/main" id="{C7E15BF9-F9D3-8AB3-A6B4-AEA47F056095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589882" y="3243419"/>
            <a:ext cx="8863681" cy="37116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 b="1" i="0">
                <a:solidFill>
                  <a:schemeClr val="bg1"/>
                </a:solidFill>
                <a:latin typeface="Yu Gothic" panose="020B0400000000000000" pitchFamily="34" charset="-128"/>
                <a:ea typeface="Yu Gothic" panose="020B0400000000000000" pitchFamily="34" charset="-128"/>
              </a:defRPr>
            </a:lvl1pPr>
          </a:lstStyle>
          <a:p>
            <a:pPr lvl="0"/>
            <a:r>
              <a:rPr kumimoji="1" lang="en-US" altLang="ja-JP" dirty="0"/>
              <a:t>Appendix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405405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本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6FC38CCF-DF17-614A-9561-A482D013E2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30899" y="6492875"/>
            <a:ext cx="609282" cy="365125"/>
          </a:xfrm>
          <a:prstGeom prst="rect">
            <a:avLst/>
          </a:prstGeom>
        </p:spPr>
        <p:txBody>
          <a:bodyPr/>
          <a:lstStyle>
            <a:lvl1pPr algn="r">
              <a:defRPr sz="1200" b="0" i="0">
                <a:solidFill>
                  <a:schemeClr val="bg1"/>
                </a:solidFill>
                <a:latin typeface="Noto Sans CJK JP Medium" panose="020B0500000000000000" pitchFamily="34" charset="-128"/>
                <a:ea typeface="Noto Sans CJK JP Medium" panose="020B0500000000000000" pitchFamily="34" charset="-128"/>
              </a:defRPr>
            </a:lvl1pPr>
          </a:lstStyle>
          <a:p>
            <a:fld id="{79CA93EA-E741-6147-A020-AC21E298E377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21F7756B-71F5-A341-8F69-F83004A21767}"/>
              </a:ext>
            </a:extLst>
          </p:cNvPr>
          <p:cNvSpPr/>
          <p:nvPr userDrawn="1"/>
        </p:nvSpPr>
        <p:spPr>
          <a:xfrm>
            <a:off x="452438" y="373044"/>
            <a:ext cx="137444" cy="371160"/>
          </a:xfrm>
          <a:prstGeom prst="rect">
            <a:avLst/>
          </a:prstGeom>
          <a:solidFill>
            <a:srgbClr val="1560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72B84DE-00A9-DA44-AAFE-ABF9DFBA3A12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589882" y="383841"/>
            <a:ext cx="8863681" cy="37116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0" i="0">
                <a:solidFill>
                  <a:srgbClr val="15608C"/>
                </a:solidFill>
                <a:latin typeface="Yu Gothic" panose="020B0400000000000000" pitchFamily="34" charset="-128"/>
                <a:ea typeface="Yu Gothic" panose="020B0400000000000000" pitchFamily="34" charset="-128"/>
              </a:defRPr>
            </a:lvl1pPr>
          </a:lstStyle>
          <a:p>
            <a:pPr lvl="0"/>
            <a:r>
              <a:rPr kumimoji="1" lang="ja-JP" altLang="en-US" dirty="0"/>
              <a:t>タイトル</a:t>
            </a:r>
            <a:r>
              <a:rPr kumimoji="1" lang="en-US" altLang="ja-JP" dirty="0"/>
              <a:t>(</a:t>
            </a:r>
            <a:r>
              <a:rPr kumimoji="1" lang="ja-JP" altLang="en-US" dirty="0"/>
              <a:t>論点・問い</a:t>
            </a:r>
            <a:r>
              <a:rPr kumimoji="1" lang="en-US" altLang="ja-JP" dirty="0"/>
              <a:t>)</a:t>
            </a:r>
            <a:endParaRPr kumimoji="1" lang="ja-JP" altLang="en-US" dirty="0"/>
          </a:p>
        </p:txBody>
      </p:sp>
      <p:sp>
        <p:nvSpPr>
          <p:cNvPr id="5" name="コンテンツ プレースホルダー 4">
            <a:extLst>
              <a:ext uri="{FF2B5EF4-FFF2-40B4-BE49-F238E27FC236}">
                <a16:creationId xmlns:a16="http://schemas.microsoft.com/office/drawing/2014/main" id="{4D1835FC-FDF2-CDCA-C3CD-AC55C599748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2438" y="1052513"/>
            <a:ext cx="9001125" cy="5256807"/>
          </a:xfrm>
          <a:prstGeom prst="rect">
            <a:avLst/>
          </a:prstGeo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14625297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emf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2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>
            <a:extLst>
              <a:ext uri="{FF2B5EF4-FFF2-40B4-BE49-F238E27FC236}">
                <a16:creationId xmlns:a16="http://schemas.microsoft.com/office/drawing/2014/main" id="{14897D87-DFF5-5944-9546-C66B85C0B961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0" y="6489700"/>
            <a:ext cx="9906000" cy="368300"/>
          </a:xfrm>
          <a:prstGeom prst="rect">
            <a:avLst/>
          </a:prstGeom>
        </p:spPr>
      </p:pic>
      <p:pic>
        <p:nvPicPr>
          <p:cNvPr id="3" name="図 2">
            <a:extLst>
              <a:ext uri="{FF2B5EF4-FFF2-40B4-BE49-F238E27FC236}">
                <a16:creationId xmlns:a16="http://schemas.microsoft.com/office/drawing/2014/main" id="{7A3C295E-DDEF-264C-83A5-E02F122CED53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6913721" y="6618947"/>
            <a:ext cx="1943100" cy="101600"/>
          </a:xfrm>
          <a:prstGeom prst="rect">
            <a:avLst/>
          </a:prstGeom>
        </p:spPr>
      </p:pic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C6FB73AA-13EE-3F40-B25B-97BB8D56D0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41410" y="6507189"/>
            <a:ext cx="609282" cy="365125"/>
          </a:xfrm>
          <a:prstGeom prst="rect">
            <a:avLst/>
          </a:prstGeom>
        </p:spPr>
        <p:txBody>
          <a:bodyPr/>
          <a:lstStyle>
            <a:lvl1pPr algn="r">
              <a:defRPr sz="1200" b="0" i="0">
                <a:solidFill>
                  <a:schemeClr val="bg1"/>
                </a:solidFill>
                <a:latin typeface="Noto Sans CJK JP Medium" panose="020B0500000000000000" pitchFamily="34" charset="-128"/>
                <a:ea typeface="Noto Sans CJK JP Medium" panose="020B0500000000000000" pitchFamily="34" charset="-128"/>
              </a:defRPr>
            </a:lvl1pPr>
          </a:lstStyle>
          <a:p>
            <a:fld id="{79CA93EA-E741-6147-A020-AC21E298E377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870103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728" r:id="rId2"/>
    <p:sldLayoutId id="2147483722" r:id="rId3"/>
    <p:sldLayoutId id="2147483726" r:id="rId4"/>
    <p:sldLayoutId id="2147483719" r:id="rId5"/>
    <p:sldLayoutId id="2147483727" r:id="rId6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120">
          <p15:clr>
            <a:srgbClr val="F26B43"/>
          </p15:clr>
        </p15:guide>
        <p15:guide id="3" pos="285">
          <p15:clr>
            <a:srgbClr val="F26B43"/>
          </p15:clr>
        </p15:guide>
        <p15:guide id="4" pos="5955">
          <p15:clr>
            <a:srgbClr val="F26B43"/>
          </p15:clr>
        </p15:guide>
        <p15:guide id="5" orient="horz" pos="1003">
          <p15:clr>
            <a:srgbClr val="F26B43"/>
          </p15:clr>
        </p15:guide>
        <p15:guide id="6" orient="horz" pos="572">
          <p15:clr>
            <a:srgbClr val="F26B43"/>
          </p15:clr>
        </p15:guide>
        <p15:guide id="7" orient="horz" pos="232">
          <p15:clr>
            <a:srgbClr val="F26B43"/>
          </p15:clr>
        </p15:guide>
        <p15:guide id="8" orient="horz" pos="4088">
          <p15:clr>
            <a:srgbClr val="F26B43"/>
          </p15:clr>
        </p15:guide>
        <p15:guide id="9" orient="horz" pos="3929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"/>
          <p:cNvSpPr txBox="1">
            <a:spLocks noGrp="1"/>
          </p:cNvSpPr>
          <p:nvPr>
            <p:ph type="body" sz="quarter" idx="10"/>
          </p:nvPr>
        </p:nvSpPr>
        <p:spPr>
          <a:xfrm>
            <a:off x="560388" y="2575773"/>
            <a:ext cx="6757249" cy="26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600"/>
              <a:buNone/>
            </a:pPr>
            <a:r>
              <a:rPr lang="ja-JP" altLang="en-US" b="1">
                <a:solidFill>
                  <a:schemeClr val="tx1">
                    <a:lumMod val="50000"/>
                    <a:lumOff val="50000"/>
                  </a:schemeClr>
                </a:solidFill>
              </a:rPr>
              <a:t>クライアント名</a:t>
            </a:r>
            <a:r>
              <a:rPr lang="en-US" altLang="ja-JP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ja-JP" b="1">
                <a:solidFill>
                  <a:schemeClr val="tx1">
                    <a:lumMod val="50000"/>
                    <a:lumOff val="50000"/>
                  </a:schemeClr>
                </a:solidFill>
              </a:rPr>
              <a:t>御中</a:t>
            </a:r>
            <a:endParaRPr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52" name="Google Shape;52;p1"/>
          <p:cNvSpPr txBox="1">
            <a:spLocks noGrp="1"/>
          </p:cNvSpPr>
          <p:nvPr>
            <p:ph type="body" sz="quarter" idx="11"/>
          </p:nvPr>
        </p:nvSpPr>
        <p:spPr>
          <a:xfrm>
            <a:off x="560388" y="2967529"/>
            <a:ext cx="8785225" cy="8817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5608C"/>
              </a:buClr>
              <a:buSzPts val="3000"/>
              <a:buNone/>
            </a:pPr>
            <a:r>
              <a:rPr lang="en-US" altLang="ja-JP" sz="2000" dirty="0"/>
              <a:t>20xx/xx/xx </a:t>
            </a:r>
            <a:r>
              <a:rPr lang="ja-JP" altLang="en-US" sz="2000"/>
              <a:t>開催</a:t>
            </a:r>
            <a:endParaRPr lang="en-US" altLang="ja-JP" sz="2000" dirty="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5608C"/>
              </a:buClr>
              <a:buSzPts val="3000"/>
              <a:buNone/>
            </a:pPr>
            <a:r>
              <a:rPr lang="ja-JP" altLang="en-US" sz="2000"/>
              <a:t>セミナータイトル</a:t>
            </a:r>
            <a:endParaRPr lang="en-US" altLang="ja-JP" sz="2000" dirty="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5608C"/>
              </a:buClr>
              <a:buSzPts val="3000"/>
              <a:buNone/>
            </a:pPr>
            <a:r>
              <a:rPr lang="en-US" altLang="ja-JP" sz="2000" dirty="0"/>
              <a:t>– </a:t>
            </a:r>
            <a:r>
              <a:rPr lang="ja-JP" altLang="en-US" sz="2000"/>
              <a:t>セミナーサブタイトル </a:t>
            </a:r>
            <a:r>
              <a:rPr lang="en-US" altLang="ja-JP" sz="2000" dirty="0"/>
              <a:t>–</a:t>
            </a:r>
          </a:p>
        </p:txBody>
      </p:sp>
      <p:sp>
        <p:nvSpPr>
          <p:cNvPr id="53" name="Google Shape;53;p1"/>
          <p:cNvSpPr txBox="1">
            <a:spLocks noGrp="1"/>
          </p:cNvSpPr>
          <p:nvPr>
            <p:ph type="body" sz="quarter" idx="12"/>
          </p:nvPr>
        </p:nvSpPr>
        <p:spPr>
          <a:xfrm>
            <a:off x="560388" y="4011181"/>
            <a:ext cx="6757249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>
              <a:spcBef>
                <a:spcPts val="0"/>
              </a:spcBef>
              <a:buClr>
                <a:srgbClr val="444444"/>
              </a:buClr>
              <a:buSzPts val="1800"/>
            </a:pPr>
            <a:r>
              <a:rPr lang="en-US" sz="1400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受講後アンケート</a:t>
            </a:r>
            <a:r>
              <a:rPr lang="en-US" sz="14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400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回答結果レポート</a:t>
            </a:r>
            <a:endParaRPr lang="en-US" sz="14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935553EF-3680-46DC-D51A-54005649FD9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185248" y="4653136"/>
            <a:ext cx="2228850" cy="365125"/>
          </a:xfrm>
        </p:spPr>
        <p:txBody>
          <a:bodyPr/>
          <a:lstStyle/>
          <a:p>
            <a:fld id="{B7EC9894-27D8-594C-BFA8-748049612627}" type="datetime4">
              <a:rPr kumimoji="1" lang="ja-JP" altLang="en-US" sz="1600" smtClean="0"/>
              <a:t>2026年4月5日</a:t>
            </a:fld>
            <a:endParaRPr kumimoji="1" lang="ja-JP" alt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E4BA80-DC3D-59C2-EE15-060F7B3930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3C772EB9-252D-AEBF-A118-5F9CF14F30F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A93EA-E741-6147-A020-AC21E298E377}" type="slidenum">
              <a:rPr kumimoji="1" lang="ja-JP" altLang="en-US" smtClean="0"/>
              <a:pPr/>
              <a:t>2</a:t>
            </a:fld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3EA0633-23A3-9032-F670-93A5EF132687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 anchor="ctr"/>
          <a:lstStyle/>
          <a:p>
            <a:r>
              <a:rPr lang="ja-JP" altLang="en-US" sz="2000" b="1"/>
              <a:t>全体サマリー</a:t>
            </a:r>
            <a:endParaRPr kumimoji="1" lang="ja-JP" altLang="en-US" sz="2000" b="1" dirty="0"/>
          </a:p>
        </p:txBody>
      </p:sp>
      <p:sp>
        <p:nvSpPr>
          <p:cNvPr id="7" name="テキスト プレースホルダー 6">
            <a:extLst>
              <a:ext uri="{FF2B5EF4-FFF2-40B4-BE49-F238E27FC236}">
                <a16:creationId xmlns:a16="http://schemas.microsoft.com/office/drawing/2014/main" id="{FB6C649A-9FD7-E5BB-1603-8AF79733CAC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8" name="テキスト プレースホルダー 7">
            <a:extLst>
              <a:ext uri="{FF2B5EF4-FFF2-40B4-BE49-F238E27FC236}">
                <a16:creationId xmlns:a16="http://schemas.microsoft.com/office/drawing/2014/main" id="{C720F9D8-A157-4ED5-B6B4-0654788D15A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9" name="テキスト プレースホルダー 8">
            <a:extLst>
              <a:ext uri="{FF2B5EF4-FFF2-40B4-BE49-F238E27FC236}">
                <a16:creationId xmlns:a16="http://schemas.microsoft.com/office/drawing/2014/main" id="{DE34B968-E95A-2A1B-5503-39EFCEA8719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11" name="テキスト プレースホルダー 10">
            <a:extLst>
              <a:ext uri="{FF2B5EF4-FFF2-40B4-BE49-F238E27FC236}">
                <a16:creationId xmlns:a16="http://schemas.microsoft.com/office/drawing/2014/main" id="{81AC364E-B4CF-C80C-4100-7EE0BEE2795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12" name="テキスト プレースホルダー 11">
            <a:extLst>
              <a:ext uri="{FF2B5EF4-FFF2-40B4-BE49-F238E27FC236}">
                <a16:creationId xmlns:a16="http://schemas.microsoft.com/office/drawing/2014/main" id="{B45A6D97-CF73-EF7A-49CD-560CF0ABB51D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13" name="テキスト プレースホルダー 12">
            <a:extLst>
              <a:ext uri="{FF2B5EF4-FFF2-40B4-BE49-F238E27FC236}">
                <a16:creationId xmlns:a16="http://schemas.microsoft.com/office/drawing/2014/main" id="{4F984144-6C15-6705-0763-314F57A48A2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0BED1702-C993-C016-D239-4B2867700705}"/>
              </a:ext>
            </a:extLst>
          </p:cNvPr>
          <p:cNvSpPr/>
          <p:nvPr/>
        </p:nvSpPr>
        <p:spPr>
          <a:xfrm>
            <a:off x="453025" y="908050"/>
            <a:ext cx="2880000" cy="407912"/>
          </a:xfrm>
          <a:prstGeom prst="rect">
            <a:avLst/>
          </a:prstGeom>
          <a:solidFill>
            <a:srgbClr val="15608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050" b="1">
                <a:solidFill>
                  <a:schemeClr val="bg1"/>
                </a:solidFill>
              </a:rPr>
              <a:t>申込者数</a:t>
            </a:r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D044B140-1507-A22E-725F-7D117BDE6F28}"/>
              </a:ext>
            </a:extLst>
          </p:cNvPr>
          <p:cNvSpPr/>
          <p:nvPr/>
        </p:nvSpPr>
        <p:spPr>
          <a:xfrm>
            <a:off x="3513000" y="908050"/>
            <a:ext cx="2880000" cy="407912"/>
          </a:xfrm>
          <a:prstGeom prst="rect">
            <a:avLst/>
          </a:prstGeom>
          <a:solidFill>
            <a:srgbClr val="15608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050" b="1">
                <a:solidFill>
                  <a:schemeClr val="bg1"/>
                </a:solidFill>
              </a:rPr>
              <a:t>実際の受講者数</a:t>
            </a:r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53A7B610-A41F-0CAD-9919-74D769CD2B0A}"/>
              </a:ext>
            </a:extLst>
          </p:cNvPr>
          <p:cNvSpPr/>
          <p:nvPr/>
        </p:nvSpPr>
        <p:spPr>
          <a:xfrm>
            <a:off x="6573563" y="908050"/>
            <a:ext cx="2880000" cy="407912"/>
          </a:xfrm>
          <a:prstGeom prst="rect">
            <a:avLst/>
          </a:prstGeom>
          <a:solidFill>
            <a:srgbClr val="15608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050" b="1">
                <a:solidFill>
                  <a:schemeClr val="bg1"/>
                </a:solidFill>
              </a:rPr>
              <a:t>アンケート回答総数</a:t>
            </a:r>
          </a:p>
        </p:txBody>
      </p:sp>
      <p:graphicFrame>
        <p:nvGraphicFramePr>
          <p:cNvPr id="23" name="Chart 5">
            <a:extLst>
              <a:ext uri="{FF2B5EF4-FFF2-40B4-BE49-F238E27FC236}">
                <a16:creationId xmlns:a16="http://schemas.microsoft.com/office/drawing/2014/main" id="{E9DF3F91-1E96-B713-1C93-A7B16FCF8A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0784056"/>
              </p:ext>
            </p:extLst>
          </p:nvPr>
        </p:nvGraphicFramePr>
        <p:xfrm>
          <a:off x="463415" y="1315962"/>
          <a:ext cx="2859219" cy="287603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24" name="Chart 5">
            <a:extLst>
              <a:ext uri="{FF2B5EF4-FFF2-40B4-BE49-F238E27FC236}">
                <a16:creationId xmlns:a16="http://schemas.microsoft.com/office/drawing/2014/main" id="{E56EE908-CBB2-FAB7-CFD5-2F85923283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5814118"/>
              </p:ext>
            </p:extLst>
          </p:nvPr>
        </p:nvGraphicFramePr>
        <p:xfrm>
          <a:off x="3523390" y="1315962"/>
          <a:ext cx="2859219" cy="287603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25" name="Chart 5">
            <a:extLst>
              <a:ext uri="{FF2B5EF4-FFF2-40B4-BE49-F238E27FC236}">
                <a16:creationId xmlns:a16="http://schemas.microsoft.com/office/drawing/2014/main" id="{7C116D13-D36B-D08A-1813-7D99D22697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3191973"/>
              </p:ext>
            </p:extLst>
          </p:nvPr>
        </p:nvGraphicFramePr>
        <p:xfrm>
          <a:off x="6583365" y="1315962"/>
          <a:ext cx="2859219" cy="287603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6" name="正方形/長方形 25">
            <a:extLst>
              <a:ext uri="{FF2B5EF4-FFF2-40B4-BE49-F238E27FC236}">
                <a16:creationId xmlns:a16="http://schemas.microsoft.com/office/drawing/2014/main" id="{B5658847-1A95-F307-312E-9598C2C4004F}"/>
              </a:ext>
            </a:extLst>
          </p:cNvPr>
          <p:cNvSpPr/>
          <p:nvPr/>
        </p:nvSpPr>
        <p:spPr>
          <a:xfrm>
            <a:off x="463415" y="4510366"/>
            <a:ext cx="8990148" cy="407912"/>
          </a:xfrm>
          <a:prstGeom prst="rect">
            <a:avLst/>
          </a:prstGeom>
          <a:solidFill>
            <a:srgbClr val="15608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050" b="1">
                <a:solidFill>
                  <a:schemeClr val="bg1"/>
                </a:solidFill>
              </a:rPr>
              <a:t>アンケート 回答サマリー</a:t>
            </a:r>
          </a:p>
        </p:txBody>
      </p:sp>
      <p:sp>
        <p:nvSpPr>
          <p:cNvPr id="27" name="Rectangle 6">
            <a:extLst>
              <a:ext uri="{FF2B5EF4-FFF2-40B4-BE49-F238E27FC236}">
                <a16:creationId xmlns:a16="http://schemas.microsoft.com/office/drawing/2014/main" id="{CD592B00-3FCB-B298-BAC2-0A11F2A7F644}"/>
              </a:ext>
            </a:extLst>
          </p:cNvPr>
          <p:cNvSpPr/>
          <p:nvPr/>
        </p:nvSpPr>
        <p:spPr>
          <a:xfrm>
            <a:off x="478411" y="5067240"/>
            <a:ext cx="2749631" cy="1151872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63500" sx="102000" sy="102000" algn="ctr" rotWithShape="0">
              <a:prstClr val="black">
                <a:alpha val="2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28" name="TextBox 7">
            <a:extLst>
              <a:ext uri="{FF2B5EF4-FFF2-40B4-BE49-F238E27FC236}">
                <a16:creationId xmlns:a16="http://schemas.microsoft.com/office/drawing/2014/main" id="{95735109-84A5-715E-676C-3636A1922FB0}"/>
              </a:ext>
            </a:extLst>
          </p:cNvPr>
          <p:cNvSpPr txBox="1"/>
          <p:nvPr/>
        </p:nvSpPr>
        <p:spPr>
          <a:xfrm>
            <a:off x="589882" y="5141554"/>
            <a:ext cx="252668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FFFFFF"/>
                </a:solidFill>
              </a:defRPr>
            </a:pPr>
            <a:r>
              <a:rPr lang="ja-JP" altLang="en-US" sz="1000" b="1">
                <a:solidFill>
                  <a:srgbClr val="15608C"/>
                </a:solidFill>
                <a:latin typeface="+mn-ea"/>
              </a:rPr>
              <a:t>本セミナー全体を通じての感想をお聞かせください。</a:t>
            </a:r>
            <a:endParaRPr lang="ja-JP" altLang="en-US" sz="1000" b="1" dirty="0">
              <a:solidFill>
                <a:srgbClr val="15608C"/>
              </a:solidFill>
              <a:latin typeface="+mn-ea"/>
            </a:endParaRPr>
          </a:p>
        </p:txBody>
      </p:sp>
      <p:sp>
        <p:nvSpPr>
          <p:cNvPr id="29" name="TextBox 8">
            <a:extLst>
              <a:ext uri="{FF2B5EF4-FFF2-40B4-BE49-F238E27FC236}">
                <a16:creationId xmlns:a16="http://schemas.microsoft.com/office/drawing/2014/main" id="{E461878D-B5A9-8506-6ADB-B79A3F6D8FF8}"/>
              </a:ext>
            </a:extLst>
          </p:cNvPr>
          <p:cNvSpPr txBox="1"/>
          <p:nvPr/>
        </p:nvSpPr>
        <p:spPr>
          <a:xfrm>
            <a:off x="589882" y="5572577"/>
            <a:ext cx="2526688" cy="4675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rPr lang="ja-JP" altLang="en-US" sz="1200">
                <a:solidFill>
                  <a:srgbClr val="15608C"/>
                </a:solidFill>
                <a:latin typeface="+mn-ea"/>
              </a:rPr>
              <a:t>最多</a:t>
            </a:r>
            <a:r>
              <a:rPr lang="en-US" altLang="ja-JP" sz="1200" dirty="0">
                <a:solidFill>
                  <a:srgbClr val="15608C"/>
                </a:solidFill>
                <a:latin typeface="+mn-ea"/>
              </a:rPr>
              <a:t>: </a:t>
            </a:r>
            <a:r>
              <a:rPr lang="ja-JP" altLang="en-US" sz="1200">
                <a:solidFill>
                  <a:srgbClr val="15608C"/>
                </a:solidFill>
                <a:latin typeface="+mn-ea"/>
              </a:rPr>
              <a:t>参考になった</a:t>
            </a:r>
            <a:br>
              <a:rPr lang="ja-JP" altLang="en-US" sz="1200">
                <a:solidFill>
                  <a:srgbClr val="15608C"/>
                </a:solidFill>
                <a:latin typeface="+mn-ea"/>
              </a:rPr>
            </a:br>
            <a:r>
              <a:rPr lang="en-US" altLang="ja-JP" sz="1200" dirty="0">
                <a:solidFill>
                  <a:srgbClr val="15608C"/>
                </a:solidFill>
                <a:latin typeface="+mn-ea"/>
              </a:rPr>
              <a:t>(53%)</a:t>
            </a:r>
          </a:p>
        </p:txBody>
      </p:sp>
      <p:sp>
        <p:nvSpPr>
          <p:cNvPr id="30" name="Rectangle 9">
            <a:extLst>
              <a:ext uri="{FF2B5EF4-FFF2-40B4-BE49-F238E27FC236}">
                <a16:creationId xmlns:a16="http://schemas.microsoft.com/office/drawing/2014/main" id="{6FAFB246-C244-CD55-0FCE-0D580F020DE0}"/>
              </a:ext>
            </a:extLst>
          </p:cNvPr>
          <p:cNvSpPr/>
          <p:nvPr/>
        </p:nvSpPr>
        <p:spPr>
          <a:xfrm>
            <a:off x="3578184" y="5067240"/>
            <a:ext cx="2749631" cy="1151872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63500" sx="102000" sy="102000" algn="ctr" rotWithShape="0">
              <a:prstClr val="black">
                <a:alpha val="2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31" name="TextBox 10">
            <a:extLst>
              <a:ext uri="{FF2B5EF4-FFF2-40B4-BE49-F238E27FC236}">
                <a16:creationId xmlns:a16="http://schemas.microsoft.com/office/drawing/2014/main" id="{58334F5B-C114-8050-8C48-BE7B458302FE}"/>
              </a:ext>
            </a:extLst>
          </p:cNvPr>
          <p:cNvSpPr txBox="1"/>
          <p:nvPr/>
        </p:nvSpPr>
        <p:spPr>
          <a:xfrm>
            <a:off x="3689656" y="5141554"/>
            <a:ext cx="252668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rPr lang="ja-JP" altLang="en-US" sz="1000" b="1">
                <a:solidFill>
                  <a:srgbClr val="15608C"/>
                </a:solidFill>
                <a:latin typeface="+mn-ea"/>
              </a:rPr>
              <a:t>特に「参考になった</a:t>
            </a:r>
            <a:r>
              <a:rPr lang="en-US" altLang="ja-JP" sz="1000" b="1" dirty="0">
                <a:solidFill>
                  <a:srgbClr val="15608C"/>
                </a:solidFill>
                <a:latin typeface="+mn-ea"/>
              </a:rPr>
              <a:t>/</a:t>
            </a:r>
            <a:r>
              <a:rPr lang="ja-JP" altLang="en-US" sz="1000" b="1">
                <a:solidFill>
                  <a:srgbClr val="15608C"/>
                </a:solidFill>
                <a:latin typeface="+mn-ea"/>
              </a:rPr>
              <a:t>興味深かった」講演を教えてください。</a:t>
            </a:r>
          </a:p>
        </p:txBody>
      </p:sp>
      <p:sp>
        <p:nvSpPr>
          <p:cNvPr id="32" name="TextBox 11">
            <a:extLst>
              <a:ext uri="{FF2B5EF4-FFF2-40B4-BE49-F238E27FC236}">
                <a16:creationId xmlns:a16="http://schemas.microsoft.com/office/drawing/2014/main" id="{88EFEAF5-E372-2805-C144-8FA13C9BD0BC}"/>
              </a:ext>
            </a:extLst>
          </p:cNvPr>
          <p:cNvSpPr txBox="1"/>
          <p:nvPr/>
        </p:nvSpPr>
        <p:spPr>
          <a:xfrm>
            <a:off x="3689656" y="5572577"/>
            <a:ext cx="2526688" cy="4675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</a:defRPr>
            </a:pPr>
            <a:r>
              <a:rPr sz="1200" dirty="0" err="1">
                <a:solidFill>
                  <a:srgbClr val="15608C"/>
                </a:solidFill>
                <a:latin typeface="+mn-ea"/>
              </a:rPr>
              <a:t>最多</a:t>
            </a:r>
            <a:r>
              <a:rPr sz="1200" dirty="0">
                <a:solidFill>
                  <a:srgbClr val="15608C"/>
                </a:solidFill>
                <a:latin typeface="+mn-ea"/>
              </a:rPr>
              <a:t>:</a:t>
            </a:r>
            <a:r>
              <a:rPr lang="ja-JP" altLang="en-US" sz="1200">
                <a:solidFill>
                  <a:srgbClr val="15608C"/>
                </a:solidFill>
                <a:latin typeface="+mn-ea"/>
              </a:rPr>
              <a:t> 株式会社</a:t>
            </a:r>
            <a:r>
              <a:rPr lang="en-US" altLang="ja-JP" sz="1200" dirty="0">
                <a:solidFill>
                  <a:srgbClr val="15608C"/>
                </a:solidFill>
                <a:latin typeface="+mn-ea"/>
              </a:rPr>
              <a:t>NTT</a:t>
            </a:r>
            <a:r>
              <a:rPr lang="ja-JP" altLang="en-US" sz="1200">
                <a:solidFill>
                  <a:srgbClr val="15608C"/>
                </a:solidFill>
                <a:latin typeface="+mn-ea"/>
              </a:rPr>
              <a:t>データ</a:t>
            </a:r>
            <a:br>
              <a:rPr sz="1200" dirty="0">
                <a:solidFill>
                  <a:srgbClr val="15608C"/>
                </a:solidFill>
                <a:latin typeface="+mn-ea"/>
              </a:rPr>
            </a:br>
            <a:r>
              <a:rPr sz="1200" dirty="0">
                <a:solidFill>
                  <a:srgbClr val="15608C"/>
                </a:solidFill>
                <a:latin typeface="+mn-ea"/>
              </a:rPr>
              <a:t>(</a:t>
            </a:r>
            <a:r>
              <a:rPr lang="en-US" sz="1200" dirty="0">
                <a:solidFill>
                  <a:srgbClr val="15608C"/>
                </a:solidFill>
                <a:latin typeface="+mn-ea"/>
              </a:rPr>
              <a:t>39</a:t>
            </a:r>
            <a:r>
              <a:rPr sz="1200" dirty="0">
                <a:solidFill>
                  <a:srgbClr val="15608C"/>
                </a:solidFill>
                <a:latin typeface="+mn-ea"/>
              </a:rPr>
              <a:t>%)</a:t>
            </a:r>
          </a:p>
        </p:txBody>
      </p:sp>
      <p:sp>
        <p:nvSpPr>
          <p:cNvPr id="33" name="Rectangle 12">
            <a:extLst>
              <a:ext uri="{FF2B5EF4-FFF2-40B4-BE49-F238E27FC236}">
                <a16:creationId xmlns:a16="http://schemas.microsoft.com/office/drawing/2014/main" id="{D674166E-5CBF-7884-25E4-21CA5A9B545D}"/>
              </a:ext>
            </a:extLst>
          </p:cNvPr>
          <p:cNvSpPr/>
          <p:nvPr/>
        </p:nvSpPr>
        <p:spPr>
          <a:xfrm>
            <a:off x="6706368" y="5067240"/>
            <a:ext cx="2749631" cy="1151872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63500" sx="102000" sy="102000" algn="ctr" rotWithShape="0">
              <a:prstClr val="black">
                <a:alpha val="2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34" name="TextBox 13">
            <a:extLst>
              <a:ext uri="{FF2B5EF4-FFF2-40B4-BE49-F238E27FC236}">
                <a16:creationId xmlns:a16="http://schemas.microsoft.com/office/drawing/2014/main" id="{01E94315-AE60-7AD0-AD43-2D3589E3A5AA}"/>
              </a:ext>
            </a:extLst>
          </p:cNvPr>
          <p:cNvSpPr txBox="1"/>
          <p:nvPr/>
        </p:nvSpPr>
        <p:spPr>
          <a:xfrm>
            <a:off x="6817840" y="5141555"/>
            <a:ext cx="252668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FFFFFF"/>
                </a:solidFill>
              </a:defRPr>
            </a:pPr>
            <a:r>
              <a:rPr lang="ja-JP" altLang="en-US" sz="1000" b="1">
                <a:solidFill>
                  <a:srgbClr val="15608C"/>
                </a:solidFill>
                <a:latin typeface="+mn-ea"/>
              </a:rPr>
              <a:t>株式会社</a:t>
            </a:r>
            <a:r>
              <a:rPr lang="en-US" altLang="ja-JP" sz="1000" b="1" dirty="0">
                <a:solidFill>
                  <a:srgbClr val="15608C"/>
                </a:solidFill>
                <a:latin typeface="+mn-ea"/>
              </a:rPr>
              <a:t>NTT</a:t>
            </a:r>
            <a:r>
              <a:rPr lang="ja-JP" altLang="en-US" sz="1000" b="1">
                <a:solidFill>
                  <a:srgbClr val="15608C"/>
                </a:solidFill>
                <a:latin typeface="+mn-ea"/>
              </a:rPr>
              <a:t>データ様の講演のご感想をお聞かせください。</a:t>
            </a:r>
          </a:p>
        </p:txBody>
      </p:sp>
      <p:sp>
        <p:nvSpPr>
          <p:cNvPr id="35" name="TextBox 14">
            <a:extLst>
              <a:ext uri="{FF2B5EF4-FFF2-40B4-BE49-F238E27FC236}">
                <a16:creationId xmlns:a16="http://schemas.microsoft.com/office/drawing/2014/main" id="{BDA496F9-CF1E-413A-F792-CDD5CAFD973B}"/>
              </a:ext>
            </a:extLst>
          </p:cNvPr>
          <p:cNvSpPr txBox="1"/>
          <p:nvPr/>
        </p:nvSpPr>
        <p:spPr>
          <a:xfrm>
            <a:off x="6817840" y="5572577"/>
            <a:ext cx="2526688" cy="4675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rPr lang="ja-JP" altLang="en-US" sz="1200">
                <a:solidFill>
                  <a:srgbClr val="15608C"/>
                </a:solidFill>
                <a:latin typeface="+mn-ea"/>
              </a:rPr>
              <a:t>最多</a:t>
            </a:r>
            <a:r>
              <a:rPr lang="en-US" altLang="ja-JP" sz="1200" dirty="0">
                <a:solidFill>
                  <a:srgbClr val="15608C"/>
                </a:solidFill>
                <a:latin typeface="+mn-ea"/>
              </a:rPr>
              <a:t>: </a:t>
            </a:r>
            <a:r>
              <a:rPr lang="ja-JP" altLang="en-US" sz="1200">
                <a:solidFill>
                  <a:srgbClr val="15608C"/>
                </a:solidFill>
                <a:latin typeface="+mn-ea"/>
              </a:rPr>
              <a:t>参考になった</a:t>
            </a:r>
            <a:br>
              <a:rPr lang="ja-JP" altLang="en-US" sz="1200">
                <a:solidFill>
                  <a:srgbClr val="15608C"/>
                </a:solidFill>
                <a:latin typeface="+mn-ea"/>
              </a:rPr>
            </a:br>
            <a:r>
              <a:rPr lang="en-US" altLang="ja-JP" sz="1200" dirty="0">
                <a:solidFill>
                  <a:srgbClr val="15608C"/>
                </a:solidFill>
                <a:latin typeface="+mn-ea"/>
              </a:rPr>
              <a:t>(47%)</a:t>
            </a:r>
          </a:p>
        </p:txBody>
      </p:sp>
    </p:spTree>
    <p:extLst>
      <p:ext uri="{BB962C8B-B14F-4D97-AF65-F5344CB8AC3E}">
        <p14:creationId xmlns:p14="http://schemas.microsoft.com/office/powerpoint/2010/main" val="1794722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DA81C1-D1C1-1283-3C9C-A7EFB1B500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3A78492F-2E70-9303-4EA1-DE1B77A6F8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9CA93EA-E741-6147-A020-AC21E298E377}" type="slidenum">
              <a:rPr kumimoji="1" lang="ja-JP" altLang="en-US" smtClean="0"/>
              <a:pPr/>
              <a:t>3</a:t>
            </a:fld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DB38149-FBB1-E404-1EAF-DCE47D1EC594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 anchor="ctr"/>
          <a:lstStyle/>
          <a:p>
            <a:r>
              <a:rPr lang="en-US" altLang="ja-JP" sz="2000" b="1" dirty="0">
                <a:latin typeface="+mn-ea"/>
                <a:ea typeface="+mn-ea"/>
              </a:rPr>
              <a:t>Q1. </a:t>
            </a:r>
            <a:r>
              <a:rPr lang="ja-JP" altLang="en-US" sz="2000" b="1">
                <a:latin typeface="+mn-ea"/>
                <a:ea typeface="+mn-ea"/>
              </a:rPr>
              <a:t>本セミナー全体を通じての感想をお聞かせください。</a:t>
            </a:r>
            <a:endParaRPr kumimoji="1" lang="ja-JP" altLang="en-US" sz="2000" b="1" dirty="0">
              <a:latin typeface="+mn-ea"/>
              <a:ea typeface="+mn-ea"/>
            </a:endParaRP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622E3B57-0798-DEF7-98D4-D8AE0F49F1F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ja-JP" altLang="en-US"/>
          </a:p>
        </p:txBody>
      </p:sp>
      <p:graphicFrame>
        <p:nvGraphicFramePr>
          <p:cNvPr id="11" name="Chart 5">
            <a:extLst>
              <a:ext uri="{FF2B5EF4-FFF2-40B4-BE49-F238E27FC236}">
                <a16:creationId xmlns:a16="http://schemas.microsoft.com/office/drawing/2014/main" id="{CBC40DF4-3EB1-B978-D543-7E81FAADB5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997650"/>
              </p:ext>
            </p:extLst>
          </p:nvPr>
        </p:nvGraphicFramePr>
        <p:xfrm>
          <a:off x="452436" y="1075272"/>
          <a:ext cx="4500562" cy="470745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2" name="Chart 6">
            <a:extLst>
              <a:ext uri="{FF2B5EF4-FFF2-40B4-BE49-F238E27FC236}">
                <a16:creationId xmlns:a16="http://schemas.microsoft.com/office/drawing/2014/main" id="{00986663-1DBB-AFCA-3632-B324D2EEA5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3831263"/>
              </p:ext>
            </p:extLst>
          </p:nvPr>
        </p:nvGraphicFramePr>
        <p:xfrm>
          <a:off x="4953000" y="1075272"/>
          <a:ext cx="4500562" cy="470745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5720615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5EE90F-5404-F94F-4FBB-44CA403500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AAE146F9-0F28-2236-BB7C-17AFD9CA8A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9CA93EA-E741-6147-A020-AC21E298E377}" type="slidenum">
              <a:rPr kumimoji="1" lang="ja-JP" altLang="en-US" smtClean="0"/>
              <a:pPr/>
              <a:t>4</a:t>
            </a:fld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21E06DC-B5C2-C82E-79F9-0333AF8FE698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 anchor="ctr"/>
          <a:lstStyle/>
          <a:p>
            <a:r>
              <a:rPr kumimoji="1" lang="en" altLang="ja-JP" sz="2000" b="1" dirty="0"/>
              <a:t>Q2. </a:t>
            </a:r>
            <a:r>
              <a:rPr kumimoji="1" lang="ja-JP" altLang="en-US" sz="2000" b="1"/>
              <a:t>本セミナー全体を通じての感想の理由を教えてください。  </a:t>
            </a:r>
            <a:r>
              <a:rPr kumimoji="1" lang="en-US" altLang="ja-JP" sz="2000" b="1" dirty="0"/>
              <a:t>(1/x)</a:t>
            </a:r>
            <a:endParaRPr kumimoji="1" lang="ja-JP" altLang="en-US" sz="2000" b="1" dirty="0"/>
          </a:p>
        </p:txBody>
      </p:sp>
      <p:graphicFrame>
        <p:nvGraphicFramePr>
          <p:cNvPr id="4" name="Table Placeholder 2">
            <a:extLst>
              <a:ext uri="{FF2B5EF4-FFF2-40B4-BE49-F238E27FC236}">
                <a16:creationId xmlns:a16="http://schemas.microsoft.com/office/drawing/2014/main" id="{F06B21CB-A5CD-026E-BD58-9FCE6E4A707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76185538"/>
              </p:ext>
            </p:extLst>
          </p:nvPr>
        </p:nvGraphicFramePr>
        <p:xfrm>
          <a:off x="452438" y="908050"/>
          <a:ext cx="9001125" cy="519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44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167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rgbClr val="FFFFFF"/>
                          </a:solidFill>
                          <a:latin typeface="游ゴシック"/>
                        </a:rPr>
                        <a:t>No.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dirty="0" err="1">
                          <a:solidFill>
                            <a:srgbClr val="FFFFFF"/>
                          </a:solidFill>
                          <a:latin typeface="游ゴシック"/>
                        </a:rPr>
                        <a:t>回答</a:t>
                      </a:r>
                      <a:endParaRPr sz="1100" b="1" dirty="0">
                        <a:solidFill>
                          <a:srgbClr val="FFFFFF"/>
                        </a:solidFill>
                        <a:latin typeface="游ゴシック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sz="10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sz="1000" b="1" dirty="0">
                        <a:solidFill>
                          <a:srgbClr val="262626"/>
                        </a:solidFill>
                        <a:latin typeface="游ゴシック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sz="10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sz="1000" b="1" dirty="0">
                        <a:solidFill>
                          <a:srgbClr val="262626"/>
                        </a:solidFill>
                        <a:latin typeface="游ゴシック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sz="10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sz="1000" b="1" dirty="0">
                        <a:solidFill>
                          <a:srgbClr val="262626"/>
                        </a:solidFill>
                        <a:latin typeface="游ゴシック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sz="10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sz="1000" b="1" dirty="0">
                        <a:solidFill>
                          <a:srgbClr val="262626"/>
                        </a:solidFill>
                        <a:latin typeface="游ゴシック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sz="10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sz="1000" b="1" dirty="0">
                        <a:solidFill>
                          <a:srgbClr val="262626"/>
                        </a:solidFill>
                        <a:latin typeface="游ゴシック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sz="10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sz="1000" b="1" dirty="0">
                        <a:solidFill>
                          <a:srgbClr val="262626"/>
                        </a:solidFill>
                        <a:latin typeface="游ゴシック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sz="10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sz="1000" b="1" dirty="0">
                        <a:solidFill>
                          <a:srgbClr val="262626"/>
                        </a:solidFill>
                        <a:latin typeface="游ゴシック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sz="10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sz="1000" b="1" dirty="0">
                        <a:solidFill>
                          <a:srgbClr val="262626"/>
                        </a:solidFill>
                        <a:latin typeface="游ゴシック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sz="10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sz="1000" b="1" dirty="0">
                        <a:solidFill>
                          <a:srgbClr val="262626"/>
                        </a:solidFill>
                        <a:latin typeface="游ゴシック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sz="10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sz="1000" b="1" dirty="0">
                        <a:solidFill>
                          <a:srgbClr val="262626"/>
                        </a:solidFill>
                        <a:latin typeface="游ゴシック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11</a:t>
                      </a:r>
                      <a:endParaRPr sz="10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sz="1000" b="1" dirty="0">
                        <a:solidFill>
                          <a:srgbClr val="262626"/>
                        </a:solidFill>
                        <a:latin typeface="游ゴシック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77474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12</a:t>
                      </a:r>
                      <a:endParaRPr sz="10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sz="1000" b="1" dirty="0">
                        <a:solidFill>
                          <a:srgbClr val="262626"/>
                        </a:solidFill>
                        <a:latin typeface="游ゴシック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90302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13</a:t>
                      </a:r>
                      <a:endParaRPr sz="10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sz="1000" b="1" dirty="0">
                        <a:solidFill>
                          <a:srgbClr val="262626"/>
                        </a:solidFill>
                        <a:latin typeface="游ゴシック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0209023"/>
                  </a:ext>
                </a:extLst>
              </a:tr>
            </a:tbl>
          </a:graphicData>
        </a:graphic>
      </p:graphicFrame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C72136CE-5D03-96EF-A5F6-3BD368A9B7DE}"/>
              </a:ext>
            </a:extLst>
          </p:cNvPr>
          <p:cNvSpPr txBox="1">
            <a:spLocks/>
          </p:cNvSpPr>
          <p:nvPr/>
        </p:nvSpPr>
        <p:spPr>
          <a:xfrm>
            <a:off x="7655357" y="6233437"/>
            <a:ext cx="1798206" cy="222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marL="228600" indent="-22860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kumimoji="1" sz="1000" b="1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ja-JP" altLang="en-US">
                <a:latin typeface="游ゴシック"/>
              </a:rPr>
              <a:t>回答数</a:t>
            </a:r>
            <a:r>
              <a:rPr lang="en-US" altLang="ja-JP" dirty="0">
                <a:latin typeface="游ゴシック"/>
              </a:rPr>
              <a:t>: xx / xx </a:t>
            </a:r>
            <a:r>
              <a:rPr lang="ja-JP" altLang="en-US">
                <a:latin typeface="游ゴシック"/>
              </a:rPr>
              <a:t>名</a:t>
            </a:r>
            <a:endParaRPr lang="ja-JP" altLang="en-US" dirty="0">
              <a:latin typeface="游ゴシック"/>
            </a:endParaRPr>
          </a:p>
        </p:txBody>
      </p:sp>
    </p:spTree>
    <p:extLst>
      <p:ext uri="{BB962C8B-B14F-4D97-AF65-F5344CB8AC3E}">
        <p14:creationId xmlns:p14="http://schemas.microsoft.com/office/powerpoint/2010/main" val="31823053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3AEA61EE-6453-632F-06FA-7D1E3D7F87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9CA93EA-E741-6147-A020-AC21E298E377}" type="slidenum">
              <a:rPr kumimoji="1" lang="ja-JP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Noto Sans CJK JP Medium" panose="020B0500000000000000" pitchFamily="34" charset="-128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1" lang="ja-JP" altLang="en-US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Noto Sans CJK JP Medium" panose="020B0500000000000000" pitchFamily="34" charset="-128"/>
              <a:cs typeface="+mn-cs"/>
            </a:endParaRP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98E3865C-C54E-0462-9B47-4EC8AD8FB2DF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76500" y="3243420"/>
            <a:ext cx="8977063" cy="371160"/>
          </a:xfrm>
        </p:spPr>
        <p:txBody>
          <a:bodyPr/>
          <a:lstStyle/>
          <a:p>
            <a:r>
              <a:rPr lang="en-US" altLang="ja-JP" b="1" dirty="0"/>
              <a:t>Appendix.</a:t>
            </a:r>
            <a:endParaRPr lang="ja-JP" altLang="en-US" b="1" dirty="0"/>
          </a:p>
        </p:txBody>
      </p:sp>
    </p:spTree>
    <p:extLst>
      <p:ext uri="{BB962C8B-B14F-4D97-AF65-F5344CB8AC3E}">
        <p14:creationId xmlns:p14="http://schemas.microsoft.com/office/powerpoint/2010/main" val="42043260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ED9EDE-9F1C-70B8-346A-1F7A9B1B0B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FC2D1709-F09C-25FE-777A-B457742C60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9CA93EA-E741-6147-A020-AC21E298E377}" type="slidenum">
              <a:rPr kumimoji="1" lang="ja-JP" altLang="en-US" smtClean="0"/>
              <a:pPr/>
              <a:t>6</a:t>
            </a:fld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E8F9EA7-294E-45F5-7D09-7B673001C4FE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89882" y="383841"/>
            <a:ext cx="8863681" cy="380864"/>
          </a:xfrm>
        </p:spPr>
        <p:txBody>
          <a:bodyPr anchor="ctr"/>
          <a:lstStyle/>
          <a:p>
            <a:r>
              <a:rPr lang="ja-JP" altLang="en-US" sz="2000" b="1">
                <a:latin typeface="+mn-ea"/>
                <a:ea typeface="+mn-ea"/>
              </a:rPr>
              <a:t>アンケート回答者の所属</a:t>
            </a:r>
            <a:r>
              <a:rPr lang="en-US" altLang="ja-JP" sz="2000" b="1" dirty="0">
                <a:latin typeface="+mn-ea"/>
                <a:ea typeface="+mn-ea"/>
              </a:rPr>
              <a:t>(1/x)</a:t>
            </a:r>
            <a:endParaRPr kumimoji="1" lang="ja-JP" altLang="en-US" sz="2000" b="1" dirty="0">
              <a:latin typeface="+mn-ea"/>
              <a:ea typeface="+mn-ea"/>
            </a:endParaRP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C6E04CB9-D7C9-4F40-EC09-07D7A77F1D06}"/>
              </a:ext>
            </a:extLst>
          </p:cNvPr>
          <p:cNvSpPr txBox="1">
            <a:spLocks/>
          </p:cNvSpPr>
          <p:nvPr/>
        </p:nvSpPr>
        <p:spPr>
          <a:xfrm>
            <a:off x="7655357" y="6233437"/>
            <a:ext cx="1798206" cy="222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marL="228600" indent="-22860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kumimoji="1" sz="1000" b="1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ja-JP" altLang="en-US">
                <a:latin typeface="游ゴシック"/>
              </a:rPr>
              <a:t>回答数</a:t>
            </a:r>
            <a:r>
              <a:rPr lang="en-US" altLang="ja-JP" dirty="0">
                <a:latin typeface="游ゴシック"/>
              </a:rPr>
              <a:t>: xx / xx </a:t>
            </a:r>
            <a:r>
              <a:rPr lang="ja-JP" altLang="en-US">
                <a:latin typeface="游ゴシック"/>
              </a:rPr>
              <a:t>名</a:t>
            </a:r>
            <a:endParaRPr lang="ja-JP" altLang="en-US" dirty="0">
              <a:latin typeface="游ゴシック"/>
            </a:endParaRPr>
          </a:p>
        </p:txBody>
      </p:sp>
      <p:graphicFrame>
        <p:nvGraphicFramePr>
          <p:cNvPr id="4" name="Table Placeholder 2">
            <a:extLst>
              <a:ext uri="{FF2B5EF4-FFF2-40B4-BE49-F238E27FC236}">
                <a16:creationId xmlns:a16="http://schemas.microsoft.com/office/drawing/2014/main" id="{9BA0F0EF-E387-7F61-F2EF-E7418381B7A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51120081"/>
              </p:ext>
            </p:extLst>
          </p:nvPr>
        </p:nvGraphicFramePr>
        <p:xfrm>
          <a:off x="452438" y="1155226"/>
          <a:ext cx="4428554" cy="4820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44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441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rgbClr val="FFFFFF"/>
                          </a:solidFill>
                          <a:latin typeface="游ゴシック"/>
                        </a:rPr>
                        <a:t>No.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dirty="0" err="1">
                          <a:solidFill>
                            <a:srgbClr val="FFFFFF"/>
                          </a:solidFill>
                          <a:latin typeface="游ゴシック"/>
                        </a:rPr>
                        <a:t>回答</a:t>
                      </a:r>
                      <a:endParaRPr sz="1100" b="1" dirty="0">
                        <a:solidFill>
                          <a:srgbClr val="FFFFFF"/>
                        </a:solidFill>
                        <a:latin typeface="游ゴシック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sz="10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sz="1000" b="1" dirty="0">
                        <a:solidFill>
                          <a:srgbClr val="262626"/>
                        </a:solidFill>
                        <a:latin typeface="游ゴシック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sz="10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sz="1000" b="1" dirty="0">
                        <a:solidFill>
                          <a:srgbClr val="262626"/>
                        </a:solidFill>
                        <a:latin typeface="游ゴシック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sz="10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sz="1000" b="1" dirty="0">
                        <a:solidFill>
                          <a:srgbClr val="262626"/>
                        </a:solidFill>
                        <a:latin typeface="游ゴシック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sz="10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sz="1000" b="1" dirty="0">
                        <a:solidFill>
                          <a:srgbClr val="262626"/>
                        </a:solidFill>
                        <a:latin typeface="游ゴシック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sz="10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sz="1000" b="1" dirty="0">
                        <a:solidFill>
                          <a:srgbClr val="262626"/>
                        </a:solidFill>
                        <a:latin typeface="游ゴシック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sz="10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sz="1000" b="1" dirty="0">
                        <a:solidFill>
                          <a:srgbClr val="262626"/>
                        </a:solidFill>
                        <a:latin typeface="游ゴシック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sz="10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sz="1000" b="1" dirty="0">
                        <a:solidFill>
                          <a:srgbClr val="262626"/>
                        </a:solidFill>
                        <a:latin typeface="游ゴシック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sz="10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sz="1000" b="1" dirty="0">
                        <a:solidFill>
                          <a:srgbClr val="262626"/>
                        </a:solidFill>
                        <a:latin typeface="游ゴシック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sz="10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sz="1000" b="1" dirty="0">
                        <a:solidFill>
                          <a:srgbClr val="262626"/>
                        </a:solidFill>
                        <a:latin typeface="游ゴシック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sz="10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sz="1000" b="1" dirty="0">
                        <a:solidFill>
                          <a:srgbClr val="262626"/>
                        </a:solidFill>
                        <a:latin typeface="游ゴシック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11</a:t>
                      </a:r>
                      <a:endParaRPr sz="10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sz="1000" b="1" dirty="0">
                        <a:solidFill>
                          <a:srgbClr val="262626"/>
                        </a:solidFill>
                        <a:latin typeface="游ゴシック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77474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12</a:t>
                      </a:r>
                      <a:endParaRPr sz="10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sz="1000" b="1" dirty="0">
                        <a:solidFill>
                          <a:srgbClr val="262626"/>
                        </a:solidFill>
                        <a:latin typeface="游ゴシック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9030257"/>
                  </a:ext>
                </a:extLst>
              </a:tr>
            </a:tbl>
          </a:graphicData>
        </a:graphic>
      </p:graphicFrame>
      <p:graphicFrame>
        <p:nvGraphicFramePr>
          <p:cNvPr id="7" name="Table Placeholder 2">
            <a:extLst>
              <a:ext uri="{FF2B5EF4-FFF2-40B4-BE49-F238E27FC236}">
                <a16:creationId xmlns:a16="http://schemas.microsoft.com/office/drawing/2014/main" id="{9BD75F8B-37A5-2A23-74CD-6A27791B6F3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21012925"/>
              </p:ext>
            </p:extLst>
          </p:nvPr>
        </p:nvGraphicFramePr>
        <p:xfrm>
          <a:off x="5025009" y="1155226"/>
          <a:ext cx="4428554" cy="4820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44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441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rgbClr val="FFFFFF"/>
                          </a:solidFill>
                          <a:latin typeface="游ゴシック"/>
                        </a:rPr>
                        <a:t>No.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dirty="0" err="1">
                          <a:solidFill>
                            <a:srgbClr val="FFFFFF"/>
                          </a:solidFill>
                          <a:latin typeface="游ゴシック"/>
                        </a:rPr>
                        <a:t>回答</a:t>
                      </a:r>
                      <a:endParaRPr sz="1100" b="1" dirty="0">
                        <a:solidFill>
                          <a:srgbClr val="FFFFFF"/>
                        </a:solidFill>
                        <a:latin typeface="游ゴシック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sz="1000" b="1" dirty="0">
                          <a:solidFill>
                            <a:srgbClr val="262626"/>
                          </a:solidFill>
                          <a:latin typeface="+mn-ea"/>
                          <a:ea typeface="+mn-ea"/>
                        </a:rPr>
                        <a:t>13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sz="1000" b="1" dirty="0">
                        <a:solidFill>
                          <a:srgbClr val="262626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sz="1000" b="1" dirty="0">
                          <a:solidFill>
                            <a:srgbClr val="262626"/>
                          </a:solidFill>
                          <a:latin typeface="+mn-ea"/>
                          <a:ea typeface="+mn-ea"/>
                        </a:rPr>
                        <a:t>14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sz="1000" b="1" dirty="0">
                        <a:solidFill>
                          <a:srgbClr val="262626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sz="1000" b="1" dirty="0">
                          <a:solidFill>
                            <a:srgbClr val="262626"/>
                          </a:solidFill>
                          <a:latin typeface="+mn-ea"/>
                          <a:ea typeface="+mn-ea"/>
                        </a:rPr>
                        <a:t>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sz="1000" b="1" dirty="0">
                        <a:solidFill>
                          <a:srgbClr val="262626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sz="1000" b="1" dirty="0">
                          <a:solidFill>
                            <a:srgbClr val="262626"/>
                          </a:solidFill>
                          <a:latin typeface="+mn-ea"/>
                          <a:ea typeface="+mn-ea"/>
                        </a:rPr>
                        <a:t>16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sz="1000" b="1" dirty="0">
                        <a:solidFill>
                          <a:srgbClr val="262626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sz="1000" b="1" dirty="0">
                          <a:solidFill>
                            <a:srgbClr val="262626"/>
                          </a:solidFill>
                          <a:latin typeface="+mn-ea"/>
                          <a:ea typeface="+mn-ea"/>
                        </a:rPr>
                        <a:t>17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sz="1000" b="1" dirty="0">
                        <a:solidFill>
                          <a:srgbClr val="262626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sz="1000" b="1" dirty="0">
                          <a:solidFill>
                            <a:srgbClr val="262626"/>
                          </a:solidFill>
                          <a:latin typeface="+mn-ea"/>
                          <a:ea typeface="+mn-ea"/>
                        </a:rPr>
                        <a:t>18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sz="1000" b="1" dirty="0">
                        <a:solidFill>
                          <a:srgbClr val="262626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sz="1000" b="1" dirty="0">
                          <a:solidFill>
                            <a:srgbClr val="262626"/>
                          </a:solidFill>
                          <a:latin typeface="+mn-ea"/>
                          <a:ea typeface="+mn-ea"/>
                        </a:rPr>
                        <a:t>19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sz="1000" b="1" dirty="0">
                        <a:solidFill>
                          <a:srgbClr val="262626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sz="1000" b="1" dirty="0">
                          <a:solidFill>
                            <a:srgbClr val="262626"/>
                          </a:solidFill>
                          <a:latin typeface="+mn-ea"/>
                          <a:ea typeface="+mn-ea"/>
                        </a:rPr>
                        <a:t>20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sz="1000" b="1" dirty="0">
                        <a:solidFill>
                          <a:srgbClr val="262626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sz="1000" b="1" dirty="0">
                          <a:solidFill>
                            <a:srgbClr val="262626"/>
                          </a:solidFill>
                          <a:latin typeface="+mn-ea"/>
                          <a:ea typeface="+mn-ea"/>
                        </a:rPr>
                        <a:t>21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sz="1000" b="1" dirty="0">
                        <a:solidFill>
                          <a:srgbClr val="262626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sz="1000" b="1" dirty="0">
                          <a:solidFill>
                            <a:srgbClr val="262626"/>
                          </a:solidFill>
                          <a:latin typeface="+mn-ea"/>
                          <a:ea typeface="+mn-ea"/>
                        </a:rPr>
                        <a:t>22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sz="1000" b="1" dirty="0">
                        <a:solidFill>
                          <a:srgbClr val="262626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sz="1000" b="1" dirty="0">
                          <a:solidFill>
                            <a:srgbClr val="262626"/>
                          </a:solidFill>
                          <a:latin typeface="+mn-ea"/>
                          <a:ea typeface="+mn-ea"/>
                        </a:rPr>
                        <a:t>23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sz="1000" b="1" dirty="0">
                        <a:solidFill>
                          <a:srgbClr val="262626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77474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sz="1000" b="1" dirty="0">
                          <a:solidFill>
                            <a:srgbClr val="262626"/>
                          </a:solidFill>
                          <a:latin typeface="+mn-ea"/>
                          <a:ea typeface="+mn-ea"/>
                        </a:rPr>
                        <a:t>24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sz="1000" b="1" dirty="0">
                        <a:solidFill>
                          <a:srgbClr val="262626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90302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01127790"/>
      </p:ext>
    </p:extLst>
  </p:cSld>
  <p:clrMapOvr>
    <a:masterClrMapping/>
  </p:clrMapOvr>
</p:sld>
</file>

<file path=ppt/theme/theme1.xml><?xml version="1.0" encoding="utf-8"?>
<a:theme xmlns:a="http://schemas.openxmlformats.org/drawingml/2006/main" name="1_デザインの設定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 テーマ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 テーマ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 テーマ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2.xml><?xml version="1.0" encoding="utf-8"?>
<a:themeOverride xmlns:a="http://schemas.openxmlformats.org/drawingml/2006/main">
  <a:clrScheme name="Office テーマ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 テーマ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 テーマ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43785</TotalTime>
  <Words>203</Words>
  <Application>Microsoft Macintosh PowerPoint</Application>
  <PresentationFormat>A4 210 x 297 mm</PresentationFormat>
  <Paragraphs>73</Paragraphs>
  <Slides>6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6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13" baseType="lpstr">
      <vt:lpstr>MS PGothic</vt:lpstr>
      <vt:lpstr>Noto Sans CJK JP Bold</vt:lpstr>
      <vt:lpstr>Noto Sans CJK JP Medium</vt:lpstr>
      <vt:lpstr>游ゴシック</vt:lpstr>
      <vt:lpstr>游ゴシック</vt:lpstr>
      <vt:lpstr>Arial</vt:lpstr>
      <vt:lpstr>1_デザインの設定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Takeda, Ryuichi/竹田 隆一</dc:creator>
  <cp:lastModifiedBy>松田 斗夢（AMANE）</cp:lastModifiedBy>
  <cp:revision>912</cp:revision>
  <cp:lastPrinted>2022-10-27T01:51:17Z</cp:lastPrinted>
  <dcterms:created xsi:type="dcterms:W3CDTF">2021-01-31T05:09:58Z</dcterms:created>
  <dcterms:modified xsi:type="dcterms:W3CDTF">2026-04-05T02:53:19Z</dcterms:modified>
</cp:coreProperties>
</file>