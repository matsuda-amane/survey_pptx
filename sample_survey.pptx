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製品満足度調査 2026年Q1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EEBF7"/>
                </a:solidFill>
              </a:defRPr>
            </a:pPr>
            <a:r>
              <a:t>サンプルアンケート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</a:defRPr>
            </a:pPr>
            <a:r>
              <a:t>回答者数: 50 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EEBF7"/>
                </a:solidFill>
              </a:defRPr>
            </a:pPr>
            <a:r>
              <a:t>2026年03月01日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383280" cy="1417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総回答者数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 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188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満足度(1〜5)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7190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平均: 3.6  (n=50)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2088" y="1097280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1188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おすすめ度(1〜10)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7190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平均: 7.5  (n=50)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92256" y="1097280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29416" y="1188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年代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29416" y="17190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最多: 40代 (28%)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624328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7157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性別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2461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最多: 女性 (56%)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62088" y="2624328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27157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利用頻度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2461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最多: 週1〜2日 (30%)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92256" y="2624328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29416" y="27157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選んだ理由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9416" y="32461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最多: 品質 (30%)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満足度(1〜5)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04672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95360" y="1188720"/>
            <a:ext cx="3291840" cy="5001768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2618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</a:defRPr>
            </a:pPr>
            <a:r>
              <a:t>統計サマリー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69164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平均:  </a:t>
            </a:r>
            <a:r>
              <a:rPr sz="1700" b="1">
                <a:solidFill>
                  <a:srgbClr val="2E75B6"/>
                </a:solidFill>
              </a:rPr>
              <a:t>3.58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441448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中央値:  </a:t>
            </a:r>
            <a:r>
              <a:rPr sz="1700" b="1">
                <a:solidFill>
                  <a:srgbClr val="2E75B6"/>
                </a:solidFill>
              </a:rPr>
              <a:t>4.0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191256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最頻値:  </a:t>
            </a:r>
            <a:r>
              <a:rPr sz="1700" b="1">
                <a:solidFill>
                  <a:srgbClr val="2E75B6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941064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標準偏差:  </a:t>
            </a:r>
            <a:r>
              <a:rPr sz="1700" b="1">
                <a:solidFill>
                  <a:srgbClr val="2E75B6"/>
                </a:solidFill>
              </a:rPr>
              <a:t>1.14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690872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最小値:  </a:t>
            </a:r>
            <a:r>
              <a:rPr sz="1700" b="1">
                <a:solidFill>
                  <a:srgbClr val="2E75B6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440679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最大値:  </a:t>
            </a:r>
            <a:r>
              <a:rPr sz="1700" b="1">
                <a:solidFill>
                  <a:srgbClr val="2E75B6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おすすめ度(1〜10)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046720" cy="5394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95360" y="1188720"/>
            <a:ext cx="3291840" cy="5001768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26187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4E79"/>
                </a:solidFill>
              </a:defRPr>
            </a:pPr>
            <a:r>
              <a:t>統計サマリー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69164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平均:  </a:t>
            </a:r>
            <a:r>
              <a:rPr sz="1700" b="1">
                <a:solidFill>
                  <a:srgbClr val="2E75B6"/>
                </a:solidFill>
              </a:rPr>
              <a:t>7.50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441448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中央値:  </a:t>
            </a:r>
            <a:r>
              <a:rPr sz="1700" b="1">
                <a:solidFill>
                  <a:srgbClr val="2E75B6"/>
                </a:solidFill>
              </a:rPr>
              <a:t>8.0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191256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最頻値:  </a:t>
            </a:r>
            <a:r>
              <a:rPr sz="1700" b="1">
                <a:solidFill>
                  <a:srgbClr val="2E75B6"/>
                </a:solidFill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941064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標準偏差:  </a:t>
            </a:r>
            <a:r>
              <a:rPr sz="1700" b="1">
                <a:solidFill>
                  <a:srgbClr val="2E75B6"/>
                </a:solidFill>
              </a:rPr>
              <a:t>2.11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690872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最小値:  </a:t>
            </a:r>
            <a:r>
              <a:rPr sz="1700" b="1">
                <a:solidFill>
                  <a:srgbClr val="2E75B6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440679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62626"/>
                </a:solidFill>
              </a:rPr>
              <a:t>最大値:  </a:t>
            </a:r>
            <a:r>
              <a:rPr sz="1700" b="1">
                <a:solidFill>
                  <a:srgbClr val="2E75B6"/>
                </a:solidFill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年代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性別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利用頻度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選んだ理由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改善してほしい点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(1/6)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サービス全体として非常に満足しています。今後も継続して利用したいです。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少し価格が高いと感じますが品質は申し分ないです。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UIがわかりにくい部分があるので改善してほしいです。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2666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サポートの対応が早くて助かりました。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もう少し機能を増やしてほしいです。特に検索機能を強化してほしい。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特に問題はありません。これからも使います。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6519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0176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競合他社と比べてコストパフォーマンスが高いと思います。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モバイルアプリの動作が不安定なことがあります。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(2/6)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定期的なアップデートが嬉しいです。要望も反映されていて好印象です。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初めて使ったときは迷いましたが、慣れると使いやすいです。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毎日使っているので、もう少し高速化してほしいです。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2666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問題なく使えています。次回も利用予定です。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チュートリアルが充実していてスムーズに始められました。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デザインがシンプルで気に入っています。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6519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0176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機能が多すぎて逆に使いにくいと感じることがあります。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価格に見合った品質だと思います。満足しています。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(3/6)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サービス全体として非常に満足しています。今後も継続して利用したいです。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少し価格が高いと感じますが品質は申し分ないです。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UIがわかりにくい部分があるので改善してほしいです。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2666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サポートの対応が早くて助かりました。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もう少し機能を増やしてほしいです。特に検索機能を強化してほしい。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特に問題はありません。これからも使います。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6519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0176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競合他社と比べてコストパフォーマンスが高いと思います。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モバイルアプリの動作が不安定なことがあります。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(4/6)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定期的なアップデートが嬉しいです。要望も反映されていて好印象です。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初めて使ったときは迷いましたが、慣れると使いやすいです。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毎日使っているので、もう少し高速化してほしいです。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2666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問題なく使えています。次回も利用予定です。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チュートリアルが充実していてスムーズに始められました。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デザインがシンプルで気に入っています。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6519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0176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機能が多すぎて逆に使いにくいと感じることがあります。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価格に見合った品質だと思います。満足しています。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(5/6)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サービス全体として非常に満足しています。今後も継続して利用したいです。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少し価格が高いと感じますが品質は申し分ないです。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UIがわかりにくい部分があるので改善してほしいです。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2666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サポートの対応が早くて助かりました。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もう少し機能を増やしてほしいです。特に検索機能を強化してほしい。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特に問題はありません。これからも使います。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6519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0176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競合他社と比べてコストパフォーマンスが高いと思います。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モバイルアプリの動作が不安定なことがあります。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(6/6)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定期的なアップデートが嬉しいです。要望も反映されていて好印象です。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初めて使ったときは迷いましたが、慣れると使いやすいです。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